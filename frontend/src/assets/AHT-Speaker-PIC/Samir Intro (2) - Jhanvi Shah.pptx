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8af0507ad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8af0507ad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Client">
  <p:cSld name="Title Slide With Cli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50F65"/>
              </a:gs>
              <a:gs pos="100000">
                <a:srgbClr val="14113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25"/>
          <p:cNvGrpSpPr/>
          <p:nvPr/>
        </p:nvGrpSpPr>
        <p:grpSpPr>
          <a:xfrm>
            <a:off x="191" y="0"/>
            <a:ext cx="9143809" cy="5145785"/>
            <a:chOff x="0" y="63"/>
            <a:chExt cx="12191745" cy="6861047"/>
          </a:xfrm>
        </p:grpSpPr>
        <p:sp>
          <p:nvSpPr>
            <p:cNvPr id="103" name="Google Shape;103;p25"/>
            <p:cNvSpPr/>
            <p:nvPr/>
          </p:nvSpPr>
          <p:spPr>
            <a:xfrm>
              <a:off x="0" y="63"/>
              <a:ext cx="818293" cy="6861047"/>
            </a:xfrm>
            <a:custGeom>
              <a:rect b="b" l="l" r="r" t="t"/>
              <a:pathLst>
                <a:path extrusionOk="0" h="6861047" w="818293">
                  <a:moveTo>
                    <a:pt x="722191" y="0"/>
                  </a:moveTo>
                  <a:cubicBezTo>
                    <a:pt x="785544" y="92621"/>
                    <a:pt x="819073" y="202411"/>
                    <a:pt x="818280" y="314643"/>
                  </a:cubicBezTo>
                  <a:lnTo>
                    <a:pt x="818280" y="6861048"/>
                  </a:lnTo>
                  <a:lnTo>
                    <a:pt x="0" y="6861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51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5"/>
            <p:cNvSpPr/>
            <p:nvPr/>
          </p:nvSpPr>
          <p:spPr>
            <a:xfrm>
              <a:off x="1054757" y="63"/>
              <a:ext cx="5163797" cy="6861047"/>
            </a:xfrm>
            <a:custGeom>
              <a:rect b="b" l="l" r="r" t="t"/>
              <a:pathLst>
                <a:path extrusionOk="0" h="6861047" w="5163797">
                  <a:moveTo>
                    <a:pt x="0" y="6861048"/>
                  </a:moveTo>
                  <a:cubicBezTo>
                    <a:pt x="-35" y="6544576"/>
                    <a:pt x="256355" y="6287996"/>
                    <a:pt x="572663" y="6287961"/>
                  </a:cubicBezTo>
                  <a:cubicBezTo>
                    <a:pt x="572790" y="6287961"/>
                    <a:pt x="572917" y="6287961"/>
                    <a:pt x="573044" y="6287961"/>
                  </a:cubicBezTo>
                  <a:lnTo>
                    <a:pt x="1318209" y="6287961"/>
                  </a:lnTo>
                  <a:cubicBezTo>
                    <a:pt x="2806953" y="6287961"/>
                    <a:pt x="4018156" y="5076190"/>
                    <a:pt x="4018156" y="3586797"/>
                  </a:cubicBezTo>
                  <a:cubicBezTo>
                    <a:pt x="4018156" y="2097405"/>
                    <a:pt x="2807080" y="885444"/>
                    <a:pt x="1318209" y="885444"/>
                  </a:cubicBezTo>
                  <a:lnTo>
                    <a:pt x="573044" y="885444"/>
                  </a:lnTo>
                  <a:cubicBezTo>
                    <a:pt x="256631" y="885503"/>
                    <a:pt x="80" y="628913"/>
                    <a:pt x="21" y="312336"/>
                  </a:cubicBezTo>
                  <a:cubicBezTo>
                    <a:pt x="1" y="201469"/>
                    <a:pt x="32114" y="92976"/>
                    <a:pt x="92472" y="0"/>
                  </a:cubicBezTo>
                  <a:lnTo>
                    <a:pt x="2710229" y="0"/>
                  </a:lnTo>
                  <a:cubicBezTo>
                    <a:pt x="4144582" y="559181"/>
                    <a:pt x="5163798" y="1956181"/>
                    <a:pt x="5163798" y="3586861"/>
                  </a:cubicBezTo>
                  <a:cubicBezTo>
                    <a:pt x="5163798" y="4966526"/>
                    <a:pt x="4433928" y="6178931"/>
                    <a:pt x="3340583" y="6858064"/>
                  </a:cubicBezTo>
                  <a:close/>
                </a:path>
              </a:pathLst>
            </a:custGeom>
            <a:solidFill>
              <a:schemeClr val="lt1">
                <a:alpha val="51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5"/>
            <p:cNvSpPr/>
            <p:nvPr/>
          </p:nvSpPr>
          <p:spPr>
            <a:xfrm>
              <a:off x="5609389" y="63"/>
              <a:ext cx="4196062" cy="6858000"/>
            </a:xfrm>
            <a:custGeom>
              <a:rect b="b" l="l" r="r" t="t"/>
              <a:pathLst>
                <a:path extrusionOk="0" h="6858000" w="4196062">
                  <a:moveTo>
                    <a:pt x="95908" y="0"/>
                  </a:moveTo>
                  <a:cubicBezTo>
                    <a:pt x="-14800" y="166397"/>
                    <a:pt x="-30773" y="378510"/>
                    <a:pt x="53766" y="559626"/>
                  </a:cubicBezTo>
                  <a:lnTo>
                    <a:pt x="2988541" y="6858000"/>
                  </a:lnTo>
                  <a:lnTo>
                    <a:pt x="4196063" y="6858000"/>
                  </a:lnTo>
                  <a:lnTo>
                    <a:pt x="4196063" y="6843141"/>
                  </a:lnTo>
                  <a:cubicBezTo>
                    <a:pt x="4193267" y="6766584"/>
                    <a:pt x="4175116" y="6691370"/>
                    <a:pt x="4142687" y="6621971"/>
                  </a:cubicBezTo>
                  <a:lnTo>
                    <a:pt x="1092149" y="75121"/>
                  </a:lnTo>
                  <a:cubicBezTo>
                    <a:pt x="1079970" y="49064"/>
                    <a:pt x="1065862" y="23953"/>
                    <a:pt x="1049944" y="0"/>
                  </a:cubicBezTo>
                  <a:close/>
                </a:path>
              </a:pathLst>
            </a:custGeom>
            <a:solidFill>
              <a:schemeClr val="lt1">
                <a:alpha val="51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5"/>
            <p:cNvSpPr/>
            <p:nvPr/>
          </p:nvSpPr>
          <p:spPr>
            <a:xfrm>
              <a:off x="9212001" y="63"/>
              <a:ext cx="2979744" cy="5227609"/>
            </a:xfrm>
            <a:custGeom>
              <a:rect b="b" l="l" r="r" t="t"/>
              <a:pathLst>
                <a:path extrusionOk="0" h="5227609" w="2979744">
                  <a:moveTo>
                    <a:pt x="2117420" y="0"/>
                  </a:moveTo>
                  <a:cubicBezTo>
                    <a:pt x="2102251" y="23121"/>
                    <a:pt x="2088781" y="47315"/>
                    <a:pt x="2077119" y="72390"/>
                  </a:cubicBezTo>
                  <a:lnTo>
                    <a:pt x="53856" y="4412044"/>
                  </a:lnTo>
                  <a:cubicBezTo>
                    <a:pt x="-79902" y="4698882"/>
                    <a:pt x="44073" y="5039899"/>
                    <a:pt x="330762" y="5173726"/>
                  </a:cubicBezTo>
                  <a:cubicBezTo>
                    <a:pt x="617451" y="5307554"/>
                    <a:pt x="958290" y="5183514"/>
                    <a:pt x="1092048" y="4896676"/>
                  </a:cubicBezTo>
                  <a:lnTo>
                    <a:pt x="2979746" y="847789"/>
                  </a:lnTo>
                  <a:lnTo>
                    <a:pt x="2979746" y="0"/>
                  </a:lnTo>
                  <a:close/>
                </a:path>
              </a:pathLst>
            </a:custGeom>
            <a:solidFill>
              <a:schemeClr val="lt1">
                <a:alpha val="51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5"/>
          <p:cNvSpPr txBox="1"/>
          <p:nvPr>
            <p:ph type="ctrTitle"/>
          </p:nvPr>
        </p:nvSpPr>
        <p:spPr>
          <a:xfrm>
            <a:off x="647699" y="1850051"/>
            <a:ext cx="78486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647699" y="2821608"/>
            <a:ext cx="7848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9" name="Google Shape;109;p25"/>
          <p:cNvSpPr txBox="1"/>
          <p:nvPr>
            <p:ph idx="2" type="body"/>
          </p:nvPr>
        </p:nvSpPr>
        <p:spPr>
          <a:xfrm>
            <a:off x="82297" y="4719606"/>
            <a:ext cx="8979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110" name="Google Shape;110;p25"/>
          <p:cNvGrpSpPr/>
          <p:nvPr/>
        </p:nvGrpSpPr>
        <p:grpSpPr>
          <a:xfrm>
            <a:off x="3619916" y="288104"/>
            <a:ext cx="1904080" cy="388539"/>
            <a:chOff x="2354467" y="2682642"/>
            <a:chExt cx="6807580" cy="1389127"/>
          </a:xfrm>
        </p:grpSpPr>
        <p:grpSp>
          <p:nvGrpSpPr>
            <p:cNvPr id="111" name="Google Shape;111;p25"/>
            <p:cNvGrpSpPr/>
            <p:nvPr/>
          </p:nvGrpSpPr>
          <p:grpSpPr>
            <a:xfrm>
              <a:off x="2354467" y="2682642"/>
              <a:ext cx="2001719" cy="1389127"/>
              <a:chOff x="2354467" y="2682642"/>
              <a:chExt cx="2001719" cy="1389127"/>
            </a:xfrm>
          </p:grpSpPr>
          <p:grpSp>
            <p:nvGrpSpPr>
              <p:cNvPr id="112" name="Google Shape;112;p25"/>
              <p:cNvGrpSpPr/>
              <p:nvPr/>
            </p:nvGrpSpPr>
            <p:grpSpPr>
              <a:xfrm>
                <a:off x="2354467" y="2918073"/>
                <a:ext cx="1747947" cy="923478"/>
                <a:chOff x="2354467" y="2918073"/>
                <a:chExt cx="1747947" cy="923478"/>
              </a:xfrm>
            </p:grpSpPr>
            <p:sp>
              <p:nvSpPr>
                <p:cNvPr id="113" name="Google Shape;113;p25"/>
                <p:cNvSpPr/>
                <p:nvPr/>
              </p:nvSpPr>
              <p:spPr>
                <a:xfrm>
                  <a:off x="2354467" y="2918942"/>
                  <a:ext cx="137211" cy="921741"/>
                </a:xfrm>
                <a:custGeom>
                  <a:rect b="b" l="l" r="r" t="t"/>
                  <a:pathLst>
                    <a:path extrusionOk="0" h="921741" w="137211">
                      <a:moveTo>
                        <a:pt x="68606" y="921741"/>
                      </a:moveTo>
                      <a:cubicBezTo>
                        <a:pt x="30395" y="921741"/>
                        <a:pt x="0" y="891335"/>
                        <a:pt x="0" y="853110"/>
                      </a:cubicBezTo>
                      <a:lnTo>
                        <a:pt x="0" y="68631"/>
                      </a:lnTo>
                      <a:cubicBezTo>
                        <a:pt x="0" y="30406"/>
                        <a:pt x="30395" y="0"/>
                        <a:pt x="68606" y="0"/>
                      </a:cubicBezTo>
                      <a:cubicBezTo>
                        <a:pt x="106816" y="0"/>
                        <a:pt x="137211" y="30406"/>
                        <a:pt x="137211" y="68631"/>
                      </a:cubicBezTo>
                      <a:lnTo>
                        <a:pt x="137211" y="853110"/>
                      </a:lnTo>
                      <a:cubicBezTo>
                        <a:pt x="137211" y="891335"/>
                        <a:pt x="105948" y="921741"/>
                        <a:pt x="68606" y="921741"/>
                      </a:cubicBezTo>
                      <a:close/>
                    </a:path>
                  </a:pathLst>
                </a:custGeom>
                <a:solidFill>
                  <a:srgbClr val="00B2A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25"/>
                <p:cNvSpPr/>
                <p:nvPr/>
              </p:nvSpPr>
              <p:spPr>
                <a:xfrm>
                  <a:off x="2560284" y="2918073"/>
                  <a:ext cx="619186" cy="922610"/>
                </a:xfrm>
                <a:custGeom>
                  <a:rect b="b" l="l" r="r" t="t"/>
                  <a:pathLst>
                    <a:path extrusionOk="0" h="922610" w="619186">
                      <a:moveTo>
                        <a:pt x="158053" y="922610"/>
                      </a:moveTo>
                      <a:lnTo>
                        <a:pt x="68606" y="922610"/>
                      </a:lnTo>
                      <a:cubicBezTo>
                        <a:pt x="30395" y="922610"/>
                        <a:pt x="0" y="892204"/>
                        <a:pt x="0" y="853979"/>
                      </a:cubicBezTo>
                      <a:cubicBezTo>
                        <a:pt x="0" y="815754"/>
                        <a:pt x="30395" y="785348"/>
                        <a:pt x="68606" y="785348"/>
                      </a:cubicBezTo>
                      <a:lnTo>
                        <a:pt x="158053" y="785348"/>
                      </a:lnTo>
                      <a:cubicBezTo>
                        <a:pt x="336080" y="785348"/>
                        <a:pt x="481976" y="640267"/>
                        <a:pt x="481976" y="461305"/>
                      </a:cubicBezTo>
                      <a:cubicBezTo>
                        <a:pt x="481976" y="283212"/>
                        <a:pt x="336949" y="137262"/>
                        <a:pt x="158053" y="137262"/>
                      </a:cubicBezTo>
                      <a:lnTo>
                        <a:pt x="68606" y="137262"/>
                      </a:lnTo>
                      <a:cubicBezTo>
                        <a:pt x="30395" y="137262"/>
                        <a:pt x="0" y="106856"/>
                        <a:pt x="0" y="68631"/>
                      </a:cubicBezTo>
                      <a:cubicBezTo>
                        <a:pt x="0" y="30406"/>
                        <a:pt x="30395" y="0"/>
                        <a:pt x="68606" y="0"/>
                      </a:cubicBezTo>
                      <a:lnTo>
                        <a:pt x="158053" y="0"/>
                      </a:lnTo>
                      <a:cubicBezTo>
                        <a:pt x="412502" y="0"/>
                        <a:pt x="619187" y="206762"/>
                        <a:pt x="619187" y="461305"/>
                      </a:cubicBezTo>
                      <a:cubicBezTo>
                        <a:pt x="618318" y="715848"/>
                        <a:pt x="411633" y="922610"/>
                        <a:pt x="158053" y="922610"/>
                      </a:cubicBezTo>
                      <a:close/>
                    </a:path>
                  </a:pathLst>
                </a:custGeom>
                <a:solidFill>
                  <a:srgbClr val="34B23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25"/>
                <p:cNvSpPr/>
                <p:nvPr/>
              </p:nvSpPr>
              <p:spPr>
                <a:xfrm>
                  <a:off x="3253129" y="2919653"/>
                  <a:ext cx="502264" cy="921898"/>
                </a:xfrm>
                <a:custGeom>
                  <a:rect b="b" l="l" r="r" t="t"/>
                  <a:pathLst>
                    <a:path extrusionOk="0" h="921898" w="502264">
                      <a:moveTo>
                        <a:pt x="434370" y="921899"/>
                      </a:moveTo>
                      <a:cubicBezTo>
                        <a:pt x="408317" y="921899"/>
                        <a:pt x="384001" y="907130"/>
                        <a:pt x="371843" y="881937"/>
                      </a:cubicBezTo>
                      <a:lnTo>
                        <a:pt x="6237" y="97457"/>
                      </a:lnTo>
                      <a:cubicBezTo>
                        <a:pt x="-9395" y="62707"/>
                        <a:pt x="5368" y="21876"/>
                        <a:pt x="39237" y="6239"/>
                      </a:cubicBezTo>
                      <a:cubicBezTo>
                        <a:pt x="73974" y="-9399"/>
                        <a:pt x="114790" y="5370"/>
                        <a:pt x="130421" y="39251"/>
                      </a:cubicBezTo>
                      <a:lnTo>
                        <a:pt x="496028" y="823731"/>
                      </a:lnTo>
                      <a:cubicBezTo>
                        <a:pt x="511660" y="858480"/>
                        <a:pt x="496896" y="899312"/>
                        <a:pt x="463028" y="914949"/>
                      </a:cubicBezTo>
                      <a:cubicBezTo>
                        <a:pt x="454344" y="919293"/>
                        <a:pt x="443923" y="921899"/>
                        <a:pt x="434370" y="921899"/>
                      </a:cubicBezTo>
                      <a:close/>
                    </a:path>
                  </a:pathLst>
                </a:custGeom>
                <a:solidFill>
                  <a:srgbClr val="C700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25"/>
                <p:cNvSpPr/>
                <p:nvPr/>
              </p:nvSpPr>
              <p:spPr>
                <a:xfrm>
                  <a:off x="3723297" y="2919134"/>
                  <a:ext cx="379117" cy="657449"/>
                </a:xfrm>
                <a:custGeom>
                  <a:rect b="b" l="l" r="r" t="t"/>
                  <a:pathLst>
                    <a:path extrusionOk="0" h="657449" w="379117">
                      <a:moveTo>
                        <a:pt x="68413" y="657450"/>
                      </a:moveTo>
                      <a:cubicBezTo>
                        <a:pt x="58861" y="657450"/>
                        <a:pt x="48440" y="655712"/>
                        <a:pt x="39755" y="651368"/>
                      </a:cubicBezTo>
                      <a:cubicBezTo>
                        <a:pt x="5018" y="635731"/>
                        <a:pt x="-9745" y="594031"/>
                        <a:pt x="6755" y="560150"/>
                      </a:cubicBezTo>
                      <a:lnTo>
                        <a:pt x="248177" y="39770"/>
                      </a:lnTo>
                      <a:cubicBezTo>
                        <a:pt x="263809" y="5020"/>
                        <a:pt x="305493" y="-9749"/>
                        <a:pt x="339362" y="6758"/>
                      </a:cubicBezTo>
                      <a:cubicBezTo>
                        <a:pt x="374099" y="22395"/>
                        <a:pt x="388862" y="64095"/>
                        <a:pt x="372362" y="97976"/>
                      </a:cubicBezTo>
                      <a:lnTo>
                        <a:pt x="130071" y="618356"/>
                      </a:lnTo>
                      <a:cubicBezTo>
                        <a:pt x="118782" y="642681"/>
                        <a:pt x="93598" y="657450"/>
                        <a:pt x="68413" y="657450"/>
                      </a:cubicBezTo>
                      <a:close/>
                    </a:path>
                  </a:pathLst>
                </a:custGeom>
                <a:solidFill>
                  <a:srgbClr val="6E2C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7" name="Google Shape;117;p25"/>
              <p:cNvSpPr/>
              <p:nvPr/>
            </p:nvSpPr>
            <p:spPr>
              <a:xfrm>
                <a:off x="4338818" y="2682642"/>
                <a:ext cx="17368" cy="1389127"/>
              </a:xfrm>
              <a:custGeom>
                <a:rect b="b" l="l" r="r" t="t"/>
                <a:pathLst>
                  <a:path extrusionOk="0" h="1389127" w="17368">
                    <a:moveTo>
                      <a:pt x="0" y="0"/>
                    </a:moveTo>
                    <a:lnTo>
                      <a:pt x="17368" y="0"/>
                    </a:lnTo>
                    <a:lnTo>
                      <a:pt x="17368" y="1389128"/>
                    </a:lnTo>
                    <a:lnTo>
                      <a:pt x="0" y="13891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5"/>
            <p:cNvGrpSpPr/>
            <p:nvPr/>
          </p:nvGrpSpPr>
          <p:grpSpPr>
            <a:xfrm>
              <a:off x="4543766" y="2935448"/>
              <a:ext cx="4461965" cy="883516"/>
              <a:chOff x="4543766" y="2935448"/>
              <a:chExt cx="4461965" cy="883516"/>
            </a:xfrm>
          </p:grpSpPr>
          <p:sp>
            <p:nvSpPr>
              <p:cNvPr id="119" name="Google Shape;119;p25"/>
              <p:cNvSpPr/>
              <p:nvPr/>
            </p:nvSpPr>
            <p:spPr>
              <a:xfrm>
                <a:off x="4543766" y="2969329"/>
                <a:ext cx="541896" cy="849635"/>
              </a:xfrm>
              <a:custGeom>
                <a:rect b="b" l="l" r="r" t="t"/>
                <a:pathLst>
                  <a:path extrusionOk="0" h="849635" w="541896">
                    <a:moveTo>
                      <a:pt x="373423" y="621155"/>
                    </a:moveTo>
                    <a:cubicBezTo>
                      <a:pt x="373423" y="587274"/>
                      <a:pt x="364738" y="562080"/>
                      <a:pt x="347370" y="544705"/>
                    </a:cubicBezTo>
                    <a:cubicBezTo>
                      <a:pt x="330001" y="527330"/>
                      <a:pt x="298738" y="509955"/>
                      <a:pt x="253580" y="490842"/>
                    </a:cubicBezTo>
                    <a:cubicBezTo>
                      <a:pt x="171080" y="459568"/>
                      <a:pt x="111159" y="422211"/>
                      <a:pt x="74685" y="380512"/>
                    </a:cubicBezTo>
                    <a:cubicBezTo>
                      <a:pt x="38211" y="337943"/>
                      <a:pt x="19974" y="288424"/>
                      <a:pt x="19974" y="231087"/>
                    </a:cubicBezTo>
                    <a:cubicBezTo>
                      <a:pt x="19974" y="161587"/>
                      <a:pt x="44290" y="105118"/>
                      <a:pt x="93790" y="63419"/>
                    </a:cubicBezTo>
                    <a:cubicBezTo>
                      <a:pt x="143290" y="20850"/>
                      <a:pt x="205817" y="0"/>
                      <a:pt x="282238" y="0"/>
                    </a:cubicBezTo>
                    <a:cubicBezTo>
                      <a:pt x="332607" y="0"/>
                      <a:pt x="377765" y="10425"/>
                      <a:pt x="417712" y="32144"/>
                    </a:cubicBezTo>
                    <a:cubicBezTo>
                      <a:pt x="457660" y="53862"/>
                      <a:pt x="488055" y="83400"/>
                      <a:pt x="509765" y="122493"/>
                    </a:cubicBezTo>
                    <a:cubicBezTo>
                      <a:pt x="531476" y="161587"/>
                      <a:pt x="541897" y="205893"/>
                      <a:pt x="541897" y="255412"/>
                    </a:cubicBezTo>
                    <a:lnTo>
                      <a:pt x="376028" y="255412"/>
                    </a:lnTo>
                    <a:cubicBezTo>
                      <a:pt x="376028" y="217187"/>
                      <a:pt x="368212" y="187649"/>
                      <a:pt x="351712" y="166800"/>
                    </a:cubicBezTo>
                    <a:cubicBezTo>
                      <a:pt x="335212" y="146818"/>
                      <a:pt x="311764" y="136393"/>
                      <a:pt x="280501" y="136393"/>
                    </a:cubicBezTo>
                    <a:cubicBezTo>
                      <a:pt x="250975" y="136393"/>
                      <a:pt x="228396" y="145081"/>
                      <a:pt x="212764" y="162456"/>
                    </a:cubicBezTo>
                    <a:cubicBezTo>
                      <a:pt x="196264" y="179831"/>
                      <a:pt x="188448" y="203287"/>
                      <a:pt x="188448" y="231956"/>
                    </a:cubicBezTo>
                    <a:cubicBezTo>
                      <a:pt x="188448" y="254543"/>
                      <a:pt x="197132" y="275393"/>
                      <a:pt x="215369" y="293637"/>
                    </a:cubicBezTo>
                    <a:cubicBezTo>
                      <a:pt x="233606" y="311880"/>
                      <a:pt x="265738" y="330993"/>
                      <a:pt x="311764" y="350974"/>
                    </a:cubicBezTo>
                    <a:cubicBezTo>
                      <a:pt x="392528" y="380512"/>
                      <a:pt x="450712" y="416130"/>
                      <a:pt x="487186" y="458699"/>
                    </a:cubicBezTo>
                    <a:cubicBezTo>
                      <a:pt x="523660" y="501267"/>
                      <a:pt x="541897" y="555130"/>
                      <a:pt x="541897" y="620286"/>
                    </a:cubicBezTo>
                    <a:cubicBezTo>
                      <a:pt x="541897" y="692392"/>
                      <a:pt x="519318" y="747992"/>
                      <a:pt x="473291" y="788823"/>
                    </a:cubicBezTo>
                    <a:cubicBezTo>
                      <a:pt x="427265" y="829654"/>
                      <a:pt x="365607" y="849635"/>
                      <a:pt x="286580" y="849635"/>
                    </a:cubicBezTo>
                    <a:cubicBezTo>
                      <a:pt x="233606" y="849635"/>
                      <a:pt x="184975" y="838342"/>
                      <a:pt x="140685" y="816623"/>
                    </a:cubicBezTo>
                    <a:cubicBezTo>
                      <a:pt x="96395" y="794904"/>
                      <a:pt x="62527" y="763629"/>
                      <a:pt x="37342" y="722798"/>
                    </a:cubicBezTo>
                    <a:cubicBezTo>
                      <a:pt x="12158" y="681967"/>
                      <a:pt x="0" y="633317"/>
                      <a:pt x="0" y="577717"/>
                    </a:cubicBezTo>
                    <a:lnTo>
                      <a:pt x="167606" y="577717"/>
                    </a:lnTo>
                    <a:cubicBezTo>
                      <a:pt x="167606" y="625498"/>
                      <a:pt x="177159" y="660248"/>
                      <a:pt x="195396" y="681967"/>
                    </a:cubicBezTo>
                    <a:cubicBezTo>
                      <a:pt x="213633" y="703686"/>
                      <a:pt x="244027" y="714111"/>
                      <a:pt x="286580" y="714111"/>
                    </a:cubicBezTo>
                    <a:cubicBezTo>
                      <a:pt x="343896" y="714111"/>
                      <a:pt x="373423" y="682836"/>
                      <a:pt x="373423" y="6211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25"/>
              <p:cNvSpPr/>
              <p:nvPr/>
            </p:nvSpPr>
            <p:spPr>
              <a:xfrm>
                <a:off x="5169900" y="3181304"/>
                <a:ext cx="462870" cy="636792"/>
              </a:xfrm>
              <a:custGeom>
                <a:rect b="b" l="l" r="r" t="t"/>
                <a:pathLst>
                  <a:path extrusionOk="0" h="636792" w="462870">
                    <a:moveTo>
                      <a:pt x="239685" y="503874"/>
                    </a:moveTo>
                    <a:cubicBezTo>
                      <a:pt x="286580" y="503874"/>
                      <a:pt x="310028" y="473467"/>
                      <a:pt x="310896" y="412655"/>
                    </a:cubicBezTo>
                    <a:lnTo>
                      <a:pt x="462002" y="412655"/>
                    </a:lnTo>
                    <a:cubicBezTo>
                      <a:pt x="461134" y="479549"/>
                      <a:pt x="440291" y="533411"/>
                      <a:pt x="400344" y="575111"/>
                    </a:cubicBezTo>
                    <a:cubicBezTo>
                      <a:pt x="359528" y="615942"/>
                      <a:pt x="307422" y="636792"/>
                      <a:pt x="244027" y="636792"/>
                    </a:cubicBezTo>
                    <a:cubicBezTo>
                      <a:pt x="165001" y="636792"/>
                      <a:pt x="104211" y="612467"/>
                      <a:pt x="63395" y="562948"/>
                    </a:cubicBezTo>
                    <a:cubicBezTo>
                      <a:pt x="21711" y="513430"/>
                      <a:pt x="868" y="441324"/>
                      <a:pt x="0" y="345762"/>
                    </a:cubicBezTo>
                    <a:lnTo>
                      <a:pt x="0" y="297112"/>
                    </a:lnTo>
                    <a:cubicBezTo>
                      <a:pt x="0" y="200681"/>
                      <a:pt x="20842" y="126837"/>
                      <a:pt x="61658" y="76450"/>
                    </a:cubicBezTo>
                    <a:cubicBezTo>
                      <a:pt x="102474" y="26062"/>
                      <a:pt x="163264" y="0"/>
                      <a:pt x="243159" y="0"/>
                    </a:cubicBezTo>
                    <a:cubicBezTo>
                      <a:pt x="310896" y="0"/>
                      <a:pt x="363870" y="20850"/>
                      <a:pt x="402949" y="62550"/>
                    </a:cubicBezTo>
                    <a:cubicBezTo>
                      <a:pt x="442028" y="104250"/>
                      <a:pt x="462002" y="163325"/>
                      <a:pt x="462870" y="240643"/>
                    </a:cubicBezTo>
                    <a:lnTo>
                      <a:pt x="311764" y="240643"/>
                    </a:lnTo>
                    <a:cubicBezTo>
                      <a:pt x="311764" y="205893"/>
                      <a:pt x="305686" y="179831"/>
                      <a:pt x="294396" y="161587"/>
                    </a:cubicBezTo>
                    <a:cubicBezTo>
                      <a:pt x="283106" y="143343"/>
                      <a:pt x="264870" y="133787"/>
                      <a:pt x="239685" y="133787"/>
                    </a:cubicBezTo>
                    <a:cubicBezTo>
                      <a:pt x="211896" y="133787"/>
                      <a:pt x="191922" y="143343"/>
                      <a:pt x="179764" y="163325"/>
                    </a:cubicBezTo>
                    <a:cubicBezTo>
                      <a:pt x="167606" y="183306"/>
                      <a:pt x="161527" y="221531"/>
                      <a:pt x="160659" y="278868"/>
                    </a:cubicBezTo>
                    <a:lnTo>
                      <a:pt x="160659" y="341418"/>
                    </a:lnTo>
                    <a:cubicBezTo>
                      <a:pt x="160659" y="391805"/>
                      <a:pt x="163264" y="426555"/>
                      <a:pt x="167606" y="446536"/>
                    </a:cubicBezTo>
                    <a:cubicBezTo>
                      <a:pt x="171948" y="466518"/>
                      <a:pt x="180632" y="481286"/>
                      <a:pt x="191922" y="489974"/>
                    </a:cubicBezTo>
                    <a:cubicBezTo>
                      <a:pt x="202343" y="499530"/>
                      <a:pt x="218843" y="503874"/>
                      <a:pt x="239685" y="50387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25"/>
              <p:cNvSpPr/>
              <p:nvPr/>
            </p:nvSpPr>
            <p:spPr>
              <a:xfrm>
                <a:off x="5722218" y="2949348"/>
                <a:ext cx="173684" cy="858322"/>
              </a:xfrm>
              <a:custGeom>
                <a:rect b="b" l="l" r="r" t="t"/>
                <a:pathLst>
                  <a:path extrusionOk="0" h="858322" w="173684">
                    <a:moveTo>
                      <a:pt x="0" y="85137"/>
                    </a:moveTo>
                    <a:cubicBezTo>
                      <a:pt x="0" y="59944"/>
                      <a:pt x="7816" y="39962"/>
                      <a:pt x="23447" y="23456"/>
                    </a:cubicBezTo>
                    <a:cubicBezTo>
                      <a:pt x="39079" y="7819"/>
                      <a:pt x="60790" y="0"/>
                      <a:pt x="86842" y="0"/>
                    </a:cubicBezTo>
                    <a:cubicBezTo>
                      <a:pt x="112895" y="0"/>
                      <a:pt x="134606" y="7819"/>
                      <a:pt x="150237" y="23456"/>
                    </a:cubicBezTo>
                    <a:cubicBezTo>
                      <a:pt x="165869" y="39094"/>
                      <a:pt x="173685" y="59944"/>
                      <a:pt x="173685" y="85137"/>
                    </a:cubicBezTo>
                    <a:cubicBezTo>
                      <a:pt x="173685" y="109462"/>
                      <a:pt x="165869" y="130312"/>
                      <a:pt x="150237" y="146818"/>
                    </a:cubicBezTo>
                    <a:cubicBezTo>
                      <a:pt x="134606" y="163325"/>
                      <a:pt x="112895" y="171143"/>
                      <a:pt x="85974" y="171143"/>
                    </a:cubicBezTo>
                    <a:cubicBezTo>
                      <a:pt x="59053" y="171143"/>
                      <a:pt x="38211" y="163325"/>
                      <a:pt x="21711" y="146818"/>
                    </a:cubicBezTo>
                    <a:cubicBezTo>
                      <a:pt x="7816" y="130312"/>
                      <a:pt x="0" y="109462"/>
                      <a:pt x="0" y="85137"/>
                    </a:cubicBezTo>
                    <a:close/>
                    <a:moveTo>
                      <a:pt x="168474" y="858323"/>
                    </a:moveTo>
                    <a:lnTo>
                      <a:pt x="6947" y="858323"/>
                    </a:lnTo>
                    <a:lnTo>
                      <a:pt x="6947" y="244118"/>
                    </a:lnTo>
                    <a:lnTo>
                      <a:pt x="168474" y="244118"/>
                    </a:lnTo>
                    <a:lnTo>
                      <a:pt x="168474" y="8583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25"/>
              <p:cNvSpPr/>
              <p:nvPr/>
            </p:nvSpPr>
            <p:spPr>
              <a:xfrm>
                <a:off x="6014877" y="2935448"/>
                <a:ext cx="479370" cy="883516"/>
              </a:xfrm>
              <a:custGeom>
                <a:rect b="b" l="l" r="r" t="t"/>
                <a:pathLst>
                  <a:path extrusionOk="0" h="883516" w="479370">
                    <a:moveTo>
                      <a:pt x="479370" y="584667"/>
                    </a:moveTo>
                    <a:cubicBezTo>
                      <a:pt x="479370" y="684573"/>
                      <a:pt x="463739" y="758417"/>
                      <a:pt x="431607" y="808804"/>
                    </a:cubicBezTo>
                    <a:cubicBezTo>
                      <a:pt x="399475" y="858323"/>
                      <a:pt x="349975" y="883516"/>
                      <a:pt x="282238" y="883516"/>
                    </a:cubicBezTo>
                    <a:cubicBezTo>
                      <a:pt x="229264" y="883516"/>
                      <a:pt x="185843" y="859192"/>
                      <a:pt x="153711" y="811410"/>
                    </a:cubicBezTo>
                    <a:lnTo>
                      <a:pt x="148501" y="872223"/>
                    </a:lnTo>
                    <a:lnTo>
                      <a:pt x="0" y="872223"/>
                    </a:lnTo>
                    <a:lnTo>
                      <a:pt x="0" y="0"/>
                    </a:lnTo>
                    <a:lnTo>
                      <a:pt x="160659" y="0"/>
                    </a:lnTo>
                    <a:lnTo>
                      <a:pt x="160659" y="307537"/>
                    </a:lnTo>
                    <a:cubicBezTo>
                      <a:pt x="191053" y="266706"/>
                      <a:pt x="231001" y="245856"/>
                      <a:pt x="280501" y="245856"/>
                    </a:cubicBezTo>
                    <a:cubicBezTo>
                      <a:pt x="348239" y="245856"/>
                      <a:pt x="398607" y="270181"/>
                      <a:pt x="430739" y="319699"/>
                    </a:cubicBezTo>
                    <a:cubicBezTo>
                      <a:pt x="462870" y="369218"/>
                      <a:pt x="478502" y="441324"/>
                      <a:pt x="479370" y="536886"/>
                    </a:cubicBezTo>
                    <a:lnTo>
                      <a:pt x="479370" y="584667"/>
                    </a:lnTo>
                    <a:close/>
                    <a:moveTo>
                      <a:pt x="318712" y="544705"/>
                    </a:moveTo>
                    <a:cubicBezTo>
                      <a:pt x="318712" y="480418"/>
                      <a:pt x="312633" y="436980"/>
                      <a:pt x="299606" y="414393"/>
                    </a:cubicBezTo>
                    <a:cubicBezTo>
                      <a:pt x="286580" y="391805"/>
                      <a:pt x="265738" y="381380"/>
                      <a:pt x="234475" y="381380"/>
                    </a:cubicBezTo>
                    <a:cubicBezTo>
                      <a:pt x="200606" y="381380"/>
                      <a:pt x="176290" y="397018"/>
                      <a:pt x="160659" y="427424"/>
                    </a:cubicBezTo>
                    <a:lnTo>
                      <a:pt x="160659" y="707161"/>
                    </a:lnTo>
                    <a:cubicBezTo>
                      <a:pt x="175422" y="735829"/>
                      <a:pt x="199738" y="750598"/>
                      <a:pt x="235343" y="750598"/>
                    </a:cubicBezTo>
                    <a:cubicBezTo>
                      <a:pt x="265738" y="750598"/>
                      <a:pt x="287449" y="740173"/>
                      <a:pt x="299606" y="720192"/>
                    </a:cubicBezTo>
                    <a:cubicBezTo>
                      <a:pt x="311765" y="700211"/>
                      <a:pt x="317844" y="661117"/>
                      <a:pt x="318712" y="602911"/>
                    </a:cubicBezTo>
                    <a:lnTo>
                      <a:pt x="318712" y="5447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25"/>
              <p:cNvSpPr/>
              <p:nvPr/>
            </p:nvSpPr>
            <p:spPr>
              <a:xfrm>
                <a:off x="6590642" y="2949348"/>
                <a:ext cx="173684" cy="858322"/>
              </a:xfrm>
              <a:custGeom>
                <a:rect b="b" l="l" r="r" t="t"/>
                <a:pathLst>
                  <a:path extrusionOk="0" h="858322" w="173684">
                    <a:moveTo>
                      <a:pt x="0" y="85137"/>
                    </a:moveTo>
                    <a:cubicBezTo>
                      <a:pt x="0" y="59944"/>
                      <a:pt x="7816" y="39962"/>
                      <a:pt x="23448" y="23456"/>
                    </a:cubicBezTo>
                    <a:cubicBezTo>
                      <a:pt x="39079" y="7819"/>
                      <a:pt x="60790" y="0"/>
                      <a:pt x="86842" y="0"/>
                    </a:cubicBezTo>
                    <a:cubicBezTo>
                      <a:pt x="112895" y="0"/>
                      <a:pt x="134606" y="7819"/>
                      <a:pt x="150238" y="23456"/>
                    </a:cubicBezTo>
                    <a:cubicBezTo>
                      <a:pt x="165869" y="39094"/>
                      <a:pt x="173685" y="59944"/>
                      <a:pt x="173685" y="85137"/>
                    </a:cubicBezTo>
                    <a:cubicBezTo>
                      <a:pt x="173685" y="109462"/>
                      <a:pt x="165869" y="130312"/>
                      <a:pt x="150238" y="146818"/>
                    </a:cubicBezTo>
                    <a:cubicBezTo>
                      <a:pt x="134606" y="163325"/>
                      <a:pt x="112895" y="171143"/>
                      <a:pt x="85974" y="171143"/>
                    </a:cubicBezTo>
                    <a:cubicBezTo>
                      <a:pt x="59053" y="171143"/>
                      <a:pt x="38211" y="163325"/>
                      <a:pt x="21711" y="146818"/>
                    </a:cubicBezTo>
                    <a:cubicBezTo>
                      <a:pt x="7816" y="130312"/>
                      <a:pt x="0" y="109462"/>
                      <a:pt x="0" y="85137"/>
                    </a:cubicBezTo>
                    <a:close/>
                    <a:moveTo>
                      <a:pt x="168475" y="858323"/>
                    </a:moveTo>
                    <a:lnTo>
                      <a:pt x="6948" y="858323"/>
                    </a:lnTo>
                    <a:lnTo>
                      <a:pt x="6948" y="244118"/>
                    </a:lnTo>
                    <a:lnTo>
                      <a:pt x="168475" y="244118"/>
                    </a:lnTo>
                    <a:lnTo>
                      <a:pt x="168475" y="8583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25"/>
              <p:cNvSpPr/>
              <p:nvPr/>
            </p:nvSpPr>
            <p:spPr>
              <a:xfrm>
                <a:off x="6861591" y="2935448"/>
                <a:ext cx="479370" cy="883516"/>
              </a:xfrm>
              <a:custGeom>
                <a:rect b="b" l="l" r="r" t="t"/>
                <a:pathLst>
                  <a:path extrusionOk="0" h="883516" w="479370">
                    <a:moveTo>
                      <a:pt x="0" y="546442"/>
                    </a:moveTo>
                    <a:cubicBezTo>
                      <a:pt x="0" y="445668"/>
                      <a:pt x="17368" y="370955"/>
                      <a:pt x="51237" y="321437"/>
                    </a:cubicBezTo>
                    <a:cubicBezTo>
                      <a:pt x="85106" y="271918"/>
                      <a:pt x="134606" y="246724"/>
                      <a:pt x="199738" y="246724"/>
                    </a:cubicBezTo>
                    <a:cubicBezTo>
                      <a:pt x="246633" y="246724"/>
                      <a:pt x="286580" y="267574"/>
                      <a:pt x="317844" y="308405"/>
                    </a:cubicBezTo>
                    <a:lnTo>
                      <a:pt x="317844" y="0"/>
                    </a:lnTo>
                    <a:lnTo>
                      <a:pt x="479370" y="0"/>
                    </a:lnTo>
                    <a:lnTo>
                      <a:pt x="479370" y="872223"/>
                    </a:lnTo>
                    <a:lnTo>
                      <a:pt x="333475" y="872223"/>
                    </a:lnTo>
                    <a:lnTo>
                      <a:pt x="326528" y="809673"/>
                    </a:lnTo>
                    <a:cubicBezTo>
                      <a:pt x="293527" y="859192"/>
                      <a:pt x="250975" y="883516"/>
                      <a:pt x="199738" y="883516"/>
                    </a:cubicBezTo>
                    <a:cubicBezTo>
                      <a:pt x="135475" y="883516"/>
                      <a:pt x="85974" y="859192"/>
                      <a:pt x="52105" y="809673"/>
                    </a:cubicBezTo>
                    <a:cubicBezTo>
                      <a:pt x="18237" y="760154"/>
                      <a:pt x="869" y="688048"/>
                      <a:pt x="0" y="592486"/>
                    </a:cubicBezTo>
                    <a:lnTo>
                      <a:pt x="0" y="546442"/>
                    </a:lnTo>
                    <a:close/>
                    <a:moveTo>
                      <a:pt x="161527" y="586405"/>
                    </a:moveTo>
                    <a:cubicBezTo>
                      <a:pt x="161527" y="647217"/>
                      <a:pt x="167606" y="688917"/>
                      <a:pt x="180632" y="713242"/>
                    </a:cubicBezTo>
                    <a:cubicBezTo>
                      <a:pt x="193659" y="737567"/>
                      <a:pt x="215369" y="748861"/>
                      <a:pt x="245764" y="748861"/>
                    </a:cubicBezTo>
                    <a:cubicBezTo>
                      <a:pt x="277896" y="748861"/>
                      <a:pt x="301343" y="734961"/>
                      <a:pt x="317844" y="706292"/>
                    </a:cubicBezTo>
                    <a:lnTo>
                      <a:pt x="317844" y="425686"/>
                    </a:lnTo>
                    <a:cubicBezTo>
                      <a:pt x="302212" y="395280"/>
                      <a:pt x="277896" y="380512"/>
                      <a:pt x="246633" y="380512"/>
                    </a:cubicBezTo>
                    <a:cubicBezTo>
                      <a:pt x="217106" y="380512"/>
                      <a:pt x="195396" y="392674"/>
                      <a:pt x="182369" y="416130"/>
                    </a:cubicBezTo>
                    <a:cubicBezTo>
                      <a:pt x="168475" y="439586"/>
                      <a:pt x="161527" y="482155"/>
                      <a:pt x="161527" y="542967"/>
                    </a:cubicBezTo>
                    <a:lnTo>
                      <a:pt x="161527" y="5864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25"/>
              <p:cNvSpPr/>
              <p:nvPr/>
            </p:nvSpPr>
            <p:spPr>
              <a:xfrm>
                <a:off x="7433883" y="3182172"/>
                <a:ext cx="453317" cy="635923"/>
              </a:xfrm>
              <a:custGeom>
                <a:rect b="b" l="l" r="r" t="t"/>
                <a:pathLst>
                  <a:path extrusionOk="0" h="635923" w="453317">
                    <a:moveTo>
                      <a:pt x="297001" y="460436"/>
                    </a:moveTo>
                    <a:cubicBezTo>
                      <a:pt x="297001" y="446536"/>
                      <a:pt x="290054" y="434374"/>
                      <a:pt x="277027" y="423080"/>
                    </a:cubicBezTo>
                    <a:cubicBezTo>
                      <a:pt x="264001" y="411786"/>
                      <a:pt x="235343" y="396149"/>
                      <a:pt x="190185" y="376168"/>
                    </a:cubicBezTo>
                    <a:cubicBezTo>
                      <a:pt x="124185" y="349237"/>
                      <a:pt x="78158" y="321437"/>
                      <a:pt x="53842" y="292768"/>
                    </a:cubicBezTo>
                    <a:cubicBezTo>
                      <a:pt x="28658" y="264099"/>
                      <a:pt x="16500" y="228481"/>
                      <a:pt x="16500" y="185043"/>
                    </a:cubicBezTo>
                    <a:cubicBezTo>
                      <a:pt x="16500" y="131181"/>
                      <a:pt x="35605" y="86875"/>
                      <a:pt x="74684" y="52125"/>
                    </a:cubicBezTo>
                    <a:cubicBezTo>
                      <a:pt x="113763" y="17375"/>
                      <a:pt x="165001" y="0"/>
                      <a:pt x="228396" y="0"/>
                    </a:cubicBezTo>
                    <a:cubicBezTo>
                      <a:pt x="296133" y="0"/>
                      <a:pt x="349975" y="17375"/>
                      <a:pt x="389922" y="52125"/>
                    </a:cubicBezTo>
                    <a:cubicBezTo>
                      <a:pt x="430738" y="86875"/>
                      <a:pt x="450712" y="133787"/>
                      <a:pt x="450712" y="191993"/>
                    </a:cubicBezTo>
                    <a:lnTo>
                      <a:pt x="290054" y="191993"/>
                    </a:lnTo>
                    <a:cubicBezTo>
                      <a:pt x="290054" y="141606"/>
                      <a:pt x="269212" y="117281"/>
                      <a:pt x="227527" y="117281"/>
                    </a:cubicBezTo>
                    <a:cubicBezTo>
                      <a:pt x="210159" y="117281"/>
                      <a:pt x="196264" y="122493"/>
                      <a:pt x="185843" y="132918"/>
                    </a:cubicBezTo>
                    <a:cubicBezTo>
                      <a:pt x="174553" y="143343"/>
                      <a:pt x="169343" y="158112"/>
                      <a:pt x="169343" y="177225"/>
                    </a:cubicBezTo>
                    <a:cubicBezTo>
                      <a:pt x="169343" y="191124"/>
                      <a:pt x="175422" y="203287"/>
                      <a:pt x="187580" y="212843"/>
                    </a:cubicBezTo>
                    <a:cubicBezTo>
                      <a:pt x="199738" y="223268"/>
                      <a:pt x="228396" y="238037"/>
                      <a:pt x="273554" y="257149"/>
                    </a:cubicBezTo>
                    <a:cubicBezTo>
                      <a:pt x="338686" y="281474"/>
                      <a:pt x="385580" y="308405"/>
                      <a:pt x="412502" y="337943"/>
                    </a:cubicBezTo>
                    <a:cubicBezTo>
                      <a:pt x="439423" y="367480"/>
                      <a:pt x="453318" y="406574"/>
                      <a:pt x="453318" y="453486"/>
                    </a:cubicBezTo>
                    <a:cubicBezTo>
                      <a:pt x="453318" y="508217"/>
                      <a:pt x="432475" y="552524"/>
                      <a:pt x="391659" y="585536"/>
                    </a:cubicBezTo>
                    <a:cubicBezTo>
                      <a:pt x="350843" y="618548"/>
                      <a:pt x="296133" y="635923"/>
                      <a:pt x="229264" y="635923"/>
                    </a:cubicBezTo>
                    <a:cubicBezTo>
                      <a:pt x="184106" y="635923"/>
                      <a:pt x="144158" y="627236"/>
                      <a:pt x="110290" y="609861"/>
                    </a:cubicBezTo>
                    <a:cubicBezTo>
                      <a:pt x="75553" y="592486"/>
                      <a:pt x="48632" y="568161"/>
                      <a:pt x="29526" y="536017"/>
                    </a:cubicBezTo>
                    <a:cubicBezTo>
                      <a:pt x="10421" y="504742"/>
                      <a:pt x="0" y="470861"/>
                      <a:pt x="0" y="434374"/>
                    </a:cubicBezTo>
                    <a:lnTo>
                      <a:pt x="152843" y="434374"/>
                    </a:lnTo>
                    <a:cubicBezTo>
                      <a:pt x="153711" y="462174"/>
                      <a:pt x="159790" y="483024"/>
                      <a:pt x="172816" y="497792"/>
                    </a:cubicBezTo>
                    <a:cubicBezTo>
                      <a:pt x="184974" y="511692"/>
                      <a:pt x="204948" y="518642"/>
                      <a:pt x="233606" y="518642"/>
                    </a:cubicBezTo>
                    <a:cubicBezTo>
                      <a:pt x="275291" y="519511"/>
                      <a:pt x="297001" y="499530"/>
                      <a:pt x="297001" y="4604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25"/>
              <p:cNvSpPr/>
              <p:nvPr/>
            </p:nvSpPr>
            <p:spPr>
              <a:xfrm>
                <a:off x="8219807" y="2981492"/>
                <a:ext cx="586186" cy="826179"/>
              </a:xfrm>
              <a:custGeom>
                <a:rect b="b" l="l" r="r" t="t"/>
                <a:pathLst>
                  <a:path extrusionOk="0" h="826179" w="586186">
                    <a:moveTo>
                      <a:pt x="448107" y="595092"/>
                    </a:moveTo>
                    <a:lnTo>
                      <a:pt x="138079" y="595092"/>
                    </a:lnTo>
                    <a:lnTo>
                      <a:pt x="67737" y="826179"/>
                    </a:lnTo>
                    <a:lnTo>
                      <a:pt x="0" y="826179"/>
                    </a:lnTo>
                    <a:lnTo>
                      <a:pt x="263133" y="0"/>
                    </a:lnTo>
                    <a:lnTo>
                      <a:pt x="323054" y="0"/>
                    </a:lnTo>
                    <a:lnTo>
                      <a:pt x="586187" y="826179"/>
                    </a:lnTo>
                    <a:lnTo>
                      <a:pt x="519318" y="826179"/>
                    </a:lnTo>
                    <a:lnTo>
                      <a:pt x="448107" y="595092"/>
                    </a:lnTo>
                    <a:close/>
                    <a:moveTo>
                      <a:pt x="157185" y="534280"/>
                    </a:moveTo>
                    <a:lnTo>
                      <a:pt x="429870" y="534280"/>
                    </a:lnTo>
                    <a:lnTo>
                      <a:pt x="293527" y="91219"/>
                    </a:lnTo>
                    <a:lnTo>
                      <a:pt x="157185" y="5342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25"/>
              <p:cNvSpPr/>
              <p:nvPr/>
            </p:nvSpPr>
            <p:spPr>
              <a:xfrm>
                <a:off x="8941468" y="2981492"/>
                <a:ext cx="64263" cy="826179"/>
              </a:xfrm>
              <a:custGeom>
                <a:rect b="b" l="l" r="r" t="t"/>
                <a:pathLst>
                  <a:path extrusionOk="0" h="826179" w="64263">
                    <a:moveTo>
                      <a:pt x="64264" y="826179"/>
                    </a:moveTo>
                    <a:lnTo>
                      <a:pt x="0" y="826179"/>
                    </a:lnTo>
                    <a:lnTo>
                      <a:pt x="0" y="0"/>
                    </a:lnTo>
                    <a:lnTo>
                      <a:pt x="64264" y="0"/>
                    </a:lnTo>
                    <a:lnTo>
                      <a:pt x="64264" y="8261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25"/>
            <p:cNvGrpSpPr/>
            <p:nvPr/>
          </p:nvGrpSpPr>
          <p:grpSpPr>
            <a:xfrm>
              <a:off x="9040468" y="2984098"/>
              <a:ext cx="121579" cy="74712"/>
              <a:chOff x="9040468" y="2984098"/>
              <a:chExt cx="121579" cy="74712"/>
            </a:xfrm>
          </p:grpSpPr>
          <p:sp>
            <p:nvSpPr>
              <p:cNvPr id="129" name="Google Shape;129;p25"/>
              <p:cNvSpPr/>
              <p:nvPr/>
            </p:nvSpPr>
            <p:spPr>
              <a:xfrm>
                <a:off x="9040468" y="2984098"/>
                <a:ext cx="48631" cy="73843"/>
              </a:xfrm>
              <a:custGeom>
                <a:rect b="b" l="l" r="r" t="t"/>
                <a:pathLst>
                  <a:path extrusionOk="0" h="73843" w="48631">
                    <a:moveTo>
                      <a:pt x="47763" y="7819"/>
                    </a:moveTo>
                    <a:lnTo>
                      <a:pt x="28658" y="7819"/>
                    </a:lnTo>
                    <a:lnTo>
                      <a:pt x="28658" y="73844"/>
                    </a:lnTo>
                    <a:lnTo>
                      <a:pt x="19105" y="73844"/>
                    </a:lnTo>
                    <a:lnTo>
                      <a:pt x="19105" y="7819"/>
                    </a:lnTo>
                    <a:lnTo>
                      <a:pt x="0" y="7819"/>
                    </a:lnTo>
                    <a:lnTo>
                      <a:pt x="0" y="0"/>
                    </a:lnTo>
                    <a:lnTo>
                      <a:pt x="48632" y="0"/>
                    </a:lnTo>
                    <a:lnTo>
                      <a:pt x="48632" y="78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25"/>
              <p:cNvSpPr/>
              <p:nvPr/>
            </p:nvSpPr>
            <p:spPr>
              <a:xfrm>
                <a:off x="9099521" y="2984098"/>
                <a:ext cx="62526" cy="74712"/>
              </a:xfrm>
              <a:custGeom>
                <a:rect b="b" l="l" r="r" t="t"/>
                <a:pathLst>
                  <a:path extrusionOk="0" h="74712" w="62526">
                    <a:moveTo>
                      <a:pt x="12158" y="0"/>
                    </a:moveTo>
                    <a:lnTo>
                      <a:pt x="31263" y="60812"/>
                    </a:lnTo>
                    <a:lnTo>
                      <a:pt x="50369" y="0"/>
                    </a:lnTo>
                    <a:lnTo>
                      <a:pt x="62527" y="0"/>
                    </a:lnTo>
                    <a:lnTo>
                      <a:pt x="62527" y="73844"/>
                    </a:lnTo>
                    <a:lnTo>
                      <a:pt x="52974" y="73844"/>
                    </a:lnTo>
                    <a:lnTo>
                      <a:pt x="52974" y="45175"/>
                    </a:lnTo>
                    <a:lnTo>
                      <a:pt x="53842" y="16506"/>
                    </a:lnTo>
                    <a:lnTo>
                      <a:pt x="34737" y="74712"/>
                    </a:lnTo>
                    <a:lnTo>
                      <a:pt x="27790" y="74712"/>
                    </a:lnTo>
                    <a:lnTo>
                      <a:pt x="8684" y="17375"/>
                    </a:lnTo>
                    <a:lnTo>
                      <a:pt x="9552" y="46044"/>
                    </a:lnTo>
                    <a:lnTo>
                      <a:pt x="9552" y="74712"/>
                    </a:lnTo>
                    <a:lnTo>
                      <a:pt x="0" y="74712"/>
                    </a:lnTo>
                    <a:lnTo>
                      <a:pt x="0" y="869"/>
                    </a:lnTo>
                    <a:lnTo>
                      <a:pt x="12158" y="8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vy_Title Only">
  <p:cSld name="Navy_Title 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50F65"/>
              </a:gs>
              <a:gs pos="100000">
                <a:srgbClr val="14113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 txBox="1"/>
          <p:nvPr>
            <p:ph type="title"/>
          </p:nvPr>
        </p:nvSpPr>
        <p:spPr>
          <a:xfrm>
            <a:off x="647699" y="251919"/>
            <a:ext cx="78486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/>
        </p:nvSpPr>
        <p:spPr>
          <a:xfrm>
            <a:off x="8552312" y="4896982"/>
            <a:ext cx="43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26"/>
          <p:cNvGrpSpPr/>
          <p:nvPr/>
        </p:nvGrpSpPr>
        <p:grpSpPr>
          <a:xfrm>
            <a:off x="158023" y="4843172"/>
            <a:ext cx="1282548" cy="261712"/>
            <a:chOff x="2354467" y="2682642"/>
            <a:chExt cx="6807580" cy="1389127"/>
          </a:xfrm>
        </p:grpSpPr>
        <p:grpSp>
          <p:nvGrpSpPr>
            <p:cNvPr id="136" name="Google Shape;136;p26"/>
            <p:cNvGrpSpPr/>
            <p:nvPr/>
          </p:nvGrpSpPr>
          <p:grpSpPr>
            <a:xfrm>
              <a:off x="2354467" y="2682642"/>
              <a:ext cx="2001719" cy="1389127"/>
              <a:chOff x="2354467" y="2682642"/>
              <a:chExt cx="2001719" cy="1389127"/>
            </a:xfrm>
          </p:grpSpPr>
          <p:grpSp>
            <p:nvGrpSpPr>
              <p:cNvPr id="137" name="Google Shape;137;p26"/>
              <p:cNvGrpSpPr/>
              <p:nvPr/>
            </p:nvGrpSpPr>
            <p:grpSpPr>
              <a:xfrm>
                <a:off x="2354467" y="2918073"/>
                <a:ext cx="1747947" cy="923478"/>
                <a:chOff x="2354467" y="2918073"/>
                <a:chExt cx="1747947" cy="923478"/>
              </a:xfrm>
            </p:grpSpPr>
            <p:sp>
              <p:nvSpPr>
                <p:cNvPr id="138" name="Google Shape;138;p26"/>
                <p:cNvSpPr/>
                <p:nvPr/>
              </p:nvSpPr>
              <p:spPr>
                <a:xfrm>
                  <a:off x="2354467" y="2918942"/>
                  <a:ext cx="137211" cy="921741"/>
                </a:xfrm>
                <a:custGeom>
                  <a:rect b="b" l="l" r="r" t="t"/>
                  <a:pathLst>
                    <a:path extrusionOk="0" h="921741" w="137211">
                      <a:moveTo>
                        <a:pt x="68606" y="921741"/>
                      </a:moveTo>
                      <a:cubicBezTo>
                        <a:pt x="30395" y="921741"/>
                        <a:pt x="0" y="891335"/>
                        <a:pt x="0" y="853110"/>
                      </a:cubicBezTo>
                      <a:lnTo>
                        <a:pt x="0" y="68631"/>
                      </a:lnTo>
                      <a:cubicBezTo>
                        <a:pt x="0" y="30406"/>
                        <a:pt x="30395" y="0"/>
                        <a:pt x="68606" y="0"/>
                      </a:cubicBezTo>
                      <a:cubicBezTo>
                        <a:pt x="106816" y="0"/>
                        <a:pt x="137211" y="30406"/>
                        <a:pt x="137211" y="68631"/>
                      </a:cubicBezTo>
                      <a:lnTo>
                        <a:pt x="137211" y="853110"/>
                      </a:lnTo>
                      <a:cubicBezTo>
                        <a:pt x="137211" y="891335"/>
                        <a:pt x="105948" y="921741"/>
                        <a:pt x="68606" y="921741"/>
                      </a:cubicBezTo>
                      <a:close/>
                    </a:path>
                  </a:pathLst>
                </a:custGeom>
                <a:solidFill>
                  <a:srgbClr val="00B2A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26"/>
                <p:cNvSpPr/>
                <p:nvPr/>
              </p:nvSpPr>
              <p:spPr>
                <a:xfrm>
                  <a:off x="2560284" y="2918073"/>
                  <a:ext cx="619186" cy="922610"/>
                </a:xfrm>
                <a:custGeom>
                  <a:rect b="b" l="l" r="r" t="t"/>
                  <a:pathLst>
                    <a:path extrusionOk="0" h="922610" w="619186">
                      <a:moveTo>
                        <a:pt x="158053" y="922610"/>
                      </a:moveTo>
                      <a:lnTo>
                        <a:pt x="68606" y="922610"/>
                      </a:lnTo>
                      <a:cubicBezTo>
                        <a:pt x="30395" y="922610"/>
                        <a:pt x="0" y="892204"/>
                        <a:pt x="0" y="853979"/>
                      </a:cubicBezTo>
                      <a:cubicBezTo>
                        <a:pt x="0" y="815754"/>
                        <a:pt x="30395" y="785348"/>
                        <a:pt x="68606" y="785348"/>
                      </a:cubicBezTo>
                      <a:lnTo>
                        <a:pt x="158053" y="785348"/>
                      </a:lnTo>
                      <a:cubicBezTo>
                        <a:pt x="336080" y="785348"/>
                        <a:pt x="481976" y="640267"/>
                        <a:pt x="481976" y="461305"/>
                      </a:cubicBezTo>
                      <a:cubicBezTo>
                        <a:pt x="481976" y="283212"/>
                        <a:pt x="336949" y="137262"/>
                        <a:pt x="158053" y="137262"/>
                      </a:cubicBezTo>
                      <a:lnTo>
                        <a:pt x="68606" y="137262"/>
                      </a:lnTo>
                      <a:cubicBezTo>
                        <a:pt x="30395" y="137262"/>
                        <a:pt x="0" y="106856"/>
                        <a:pt x="0" y="68631"/>
                      </a:cubicBezTo>
                      <a:cubicBezTo>
                        <a:pt x="0" y="30406"/>
                        <a:pt x="30395" y="0"/>
                        <a:pt x="68606" y="0"/>
                      </a:cubicBezTo>
                      <a:lnTo>
                        <a:pt x="158053" y="0"/>
                      </a:lnTo>
                      <a:cubicBezTo>
                        <a:pt x="412502" y="0"/>
                        <a:pt x="619187" y="206762"/>
                        <a:pt x="619187" y="461305"/>
                      </a:cubicBezTo>
                      <a:cubicBezTo>
                        <a:pt x="618318" y="715848"/>
                        <a:pt x="411633" y="922610"/>
                        <a:pt x="158053" y="922610"/>
                      </a:cubicBezTo>
                      <a:close/>
                    </a:path>
                  </a:pathLst>
                </a:custGeom>
                <a:solidFill>
                  <a:srgbClr val="34B23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26"/>
                <p:cNvSpPr/>
                <p:nvPr/>
              </p:nvSpPr>
              <p:spPr>
                <a:xfrm>
                  <a:off x="3253129" y="2919653"/>
                  <a:ext cx="502264" cy="921898"/>
                </a:xfrm>
                <a:custGeom>
                  <a:rect b="b" l="l" r="r" t="t"/>
                  <a:pathLst>
                    <a:path extrusionOk="0" h="921898" w="502264">
                      <a:moveTo>
                        <a:pt x="434370" y="921899"/>
                      </a:moveTo>
                      <a:cubicBezTo>
                        <a:pt x="408317" y="921899"/>
                        <a:pt x="384001" y="907130"/>
                        <a:pt x="371843" y="881937"/>
                      </a:cubicBezTo>
                      <a:lnTo>
                        <a:pt x="6237" y="97457"/>
                      </a:lnTo>
                      <a:cubicBezTo>
                        <a:pt x="-9395" y="62707"/>
                        <a:pt x="5368" y="21876"/>
                        <a:pt x="39237" y="6239"/>
                      </a:cubicBezTo>
                      <a:cubicBezTo>
                        <a:pt x="73974" y="-9399"/>
                        <a:pt x="114790" y="5370"/>
                        <a:pt x="130421" y="39251"/>
                      </a:cubicBezTo>
                      <a:lnTo>
                        <a:pt x="496028" y="823731"/>
                      </a:lnTo>
                      <a:cubicBezTo>
                        <a:pt x="511660" y="858480"/>
                        <a:pt x="496896" y="899312"/>
                        <a:pt x="463028" y="914949"/>
                      </a:cubicBezTo>
                      <a:cubicBezTo>
                        <a:pt x="454344" y="919293"/>
                        <a:pt x="443923" y="921899"/>
                        <a:pt x="434370" y="921899"/>
                      </a:cubicBezTo>
                      <a:close/>
                    </a:path>
                  </a:pathLst>
                </a:custGeom>
                <a:solidFill>
                  <a:srgbClr val="C700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26"/>
                <p:cNvSpPr/>
                <p:nvPr/>
              </p:nvSpPr>
              <p:spPr>
                <a:xfrm>
                  <a:off x="3723297" y="2919134"/>
                  <a:ext cx="379117" cy="657449"/>
                </a:xfrm>
                <a:custGeom>
                  <a:rect b="b" l="l" r="r" t="t"/>
                  <a:pathLst>
                    <a:path extrusionOk="0" h="657449" w="379117">
                      <a:moveTo>
                        <a:pt x="68413" y="657450"/>
                      </a:moveTo>
                      <a:cubicBezTo>
                        <a:pt x="58861" y="657450"/>
                        <a:pt x="48440" y="655712"/>
                        <a:pt x="39755" y="651368"/>
                      </a:cubicBezTo>
                      <a:cubicBezTo>
                        <a:pt x="5018" y="635731"/>
                        <a:pt x="-9745" y="594031"/>
                        <a:pt x="6755" y="560150"/>
                      </a:cubicBezTo>
                      <a:lnTo>
                        <a:pt x="248177" y="39770"/>
                      </a:lnTo>
                      <a:cubicBezTo>
                        <a:pt x="263809" y="5020"/>
                        <a:pt x="305493" y="-9749"/>
                        <a:pt x="339362" y="6758"/>
                      </a:cubicBezTo>
                      <a:cubicBezTo>
                        <a:pt x="374099" y="22395"/>
                        <a:pt x="388862" y="64095"/>
                        <a:pt x="372362" y="97976"/>
                      </a:cubicBezTo>
                      <a:lnTo>
                        <a:pt x="130071" y="618356"/>
                      </a:lnTo>
                      <a:cubicBezTo>
                        <a:pt x="118782" y="642681"/>
                        <a:pt x="93598" y="657450"/>
                        <a:pt x="68413" y="657450"/>
                      </a:cubicBezTo>
                      <a:close/>
                    </a:path>
                  </a:pathLst>
                </a:custGeom>
                <a:solidFill>
                  <a:srgbClr val="6E2C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2" name="Google Shape;142;p26"/>
              <p:cNvSpPr/>
              <p:nvPr/>
            </p:nvSpPr>
            <p:spPr>
              <a:xfrm>
                <a:off x="4338818" y="2682642"/>
                <a:ext cx="17368" cy="1389127"/>
              </a:xfrm>
              <a:custGeom>
                <a:rect b="b" l="l" r="r" t="t"/>
                <a:pathLst>
                  <a:path extrusionOk="0" h="1389127" w="17368">
                    <a:moveTo>
                      <a:pt x="0" y="0"/>
                    </a:moveTo>
                    <a:lnTo>
                      <a:pt x="17368" y="0"/>
                    </a:lnTo>
                    <a:lnTo>
                      <a:pt x="17368" y="1389128"/>
                    </a:lnTo>
                    <a:lnTo>
                      <a:pt x="0" y="138912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26"/>
            <p:cNvGrpSpPr/>
            <p:nvPr/>
          </p:nvGrpSpPr>
          <p:grpSpPr>
            <a:xfrm>
              <a:off x="4543766" y="2935448"/>
              <a:ext cx="4461965" cy="883516"/>
              <a:chOff x="4543766" y="2935448"/>
              <a:chExt cx="4461965" cy="883516"/>
            </a:xfrm>
          </p:grpSpPr>
          <p:sp>
            <p:nvSpPr>
              <p:cNvPr id="144" name="Google Shape;144;p26"/>
              <p:cNvSpPr/>
              <p:nvPr/>
            </p:nvSpPr>
            <p:spPr>
              <a:xfrm>
                <a:off x="4543766" y="2969329"/>
                <a:ext cx="541896" cy="849635"/>
              </a:xfrm>
              <a:custGeom>
                <a:rect b="b" l="l" r="r" t="t"/>
                <a:pathLst>
                  <a:path extrusionOk="0" h="849635" w="541896">
                    <a:moveTo>
                      <a:pt x="373423" y="621155"/>
                    </a:moveTo>
                    <a:cubicBezTo>
                      <a:pt x="373423" y="587274"/>
                      <a:pt x="364738" y="562080"/>
                      <a:pt x="347370" y="544705"/>
                    </a:cubicBezTo>
                    <a:cubicBezTo>
                      <a:pt x="330001" y="527330"/>
                      <a:pt x="298738" y="509955"/>
                      <a:pt x="253580" y="490842"/>
                    </a:cubicBezTo>
                    <a:cubicBezTo>
                      <a:pt x="171080" y="459568"/>
                      <a:pt x="111159" y="422211"/>
                      <a:pt x="74685" y="380512"/>
                    </a:cubicBezTo>
                    <a:cubicBezTo>
                      <a:pt x="38211" y="337943"/>
                      <a:pt x="19974" y="288424"/>
                      <a:pt x="19974" y="231087"/>
                    </a:cubicBezTo>
                    <a:cubicBezTo>
                      <a:pt x="19974" y="161587"/>
                      <a:pt x="44290" y="105118"/>
                      <a:pt x="93790" y="63419"/>
                    </a:cubicBezTo>
                    <a:cubicBezTo>
                      <a:pt x="143290" y="20850"/>
                      <a:pt x="205817" y="0"/>
                      <a:pt x="282238" y="0"/>
                    </a:cubicBezTo>
                    <a:cubicBezTo>
                      <a:pt x="332607" y="0"/>
                      <a:pt x="377765" y="10425"/>
                      <a:pt x="417712" y="32144"/>
                    </a:cubicBezTo>
                    <a:cubicBezTo>
                      <a:pt x="457660" y="53862"/>
                      <a:pt x="488055" y="83400"/>
                      <a:pt x="509765" y="122493"/>
                    </a:cubicBezTo>
                    <a:cubicBezTo>
                      <a:pt x="531476" y="161587"/>
                      <a:pt x="541897" y="205893"/>
                      <a:pt x="541897" y="255412"/>
                    </a:cubicBezTo>
                    <a:lnTo>
                      <a:pt x="376028" y="255412"/>
                    </a:lnTo>
                    <a:cubicBezTo>
                      <a:pt x="376028" y="217187"/>
                      <a:pt x="368212" y="187649"/>
                      <a:pt x="351712" y="166800"/>
                    </a:cubicBezTo>
                    <a:cubicBezTo>
                      <a:pt x="335212" y="146818"/>
                      <a:pt x="311764" y="136393"/>
                      <a:pt x="280501" y="136393"/>
                    </a:cubicBezTo>
                    <a:cubicBezTo>
                      <a:pt x="250975" y="136393"/>
                      <a:pt x="228396" y="145081"/>
                      <a:pt x="212764" y="162456"/>
                    </a:cubicBezTo>
                    <a:cubicBezTo>
                      <a:pt x="196264" y="179831"/>
                      <a:pt x="188448" y="203287"/>
                      <a:pt x="188448" y="231956"/>
                    </a:cubicBezTo>
                    <a:cubicBezTo>
                      <a:pt x="188448" y="254543"/>
                      <a:pt x="197132" y="275393"/>
                      <a:pt x="215369" y="293637"/>
                    </a:cubicBezTo>
                    <a:cubicBezTo>
                      <a:pt x="233606" y="311880"/>
                      <a:pt x="265738" y="330993"/>
                      <a:pt x="311764" y="350974"/>
                    </a:cubicBezTo>
                    <a:cubicBezTo>
                      <a:pt x="392528" y="380512"/>
                      <a:pt x="450712" y="416130"/>
                      <a:pt x="487186" y="458699"/>
                    </a:cubicBezTo>
                    <a:cubicBezTo>
                      <a:pt x="523660" y="501267"/>
                      <a:pt x="541897" y="555130"/>
                      <a:pt x="541897" y="620286"/>
                    </a:cubicBezTo>
                    <a:cubicBezTo>
                      <a:pt x="541897" y="692392"/>
                      <a:pt x="519318" y="747992"/>
                      <a:pt x="473291" y="788823"/>
                    </a:cubicBezTo>
                    <a:cubicBezTo>
                      <a:pt x="427265" y="829654"/>
                      <a:pt x="365607" y="849635"/>
                      <a:pt x="286580" y="849635"/>
                    </a:cubicBezTo>
                    <a:cubicBezTo>
                      <a:pt x="233606" y="849635"/>
                      <a:pt x="184975" y="838342"/>
                      <a:pt x="140685" y="816623"/>
                    </a:cubicBezTo>
                    <a:cubicBezTo>
                      <a:pt x="96395" y="794904"/>
                      <a:pt x="62527" y="763629"/>
                      <a:pt x="37342" y="722798"/>
                    </a:cubicBezTo>
                    <a:cubicBezTo>
                      <a:pt x="12158" y="681967"/>
                      <a:pt x="0" y="633317"/>
                      <a:pt x="0" y="577717"/>
                    </a:cubicBezTo>
                    <a:lnTo>
                      <a:pt x="167606" y="577717"/>
                    </a:lnTo>
                    <a:cubicBezTo>
                      <a:pt x="167606" y="625498"/>
                      <a:pt x="177159" y="660248"/>
                      <a:pt x="195396" y="681967"/>
                    </a:cubicBezTo>
                    <a:cubicBezTo>
                      <a:pt x="213633" y="703686"/>
                      <a:pt x="244027" y="714111"/>
                      <a:pt x="286580" y="714111"/>
                    </a:cubicBezTo>
                    <a:cubicBezTo>
                      <a:pt x="343896" y="714111"/>
                      <a:pt x="373423" y="682836"/>
                      <a:pt x="373423" y="62115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26"/>
              <p:cNvSpPr/>
              <p:nvPr/>
            </p:nvSpPr>
            <p:spPr>
              <a:xfrm>
                <a:off x="5169900" y="3181304"/>
                <a:ext cx="462870" cy="636792"/>
              </a:xfrm>
              <a:custGeom>
                <a:rect b="b" l="l" r="r" t="t"/>
                <a:pathLst>
                  <a:path extrusionOk="0" h="636792" w="462870">
                    <a:moveTo>
                      <a:pt x="239685" y="503874"/>
                    </a:moveTo>
                    <a:cubicBezTo>
                      <a:pt x="286580" y="503874"/>
                      <a:pt x="310028" y="473467"/>
                      <a:pt x="310896" y="412655"/>
                    </a:cubicBezTo>
                    <a:lnTo>
                      <a:pt x="462002" y="412655"/>
                    </a:lnTo>
                    <a:cubicBezTo>
                      <a:pt x="461134" y="479549"/>
                      <a:pt x="440291" y="533411"/>
                      <a:pt x="400344" y="575111"/>
                    </a:cubicBezTo>
                    <a:cubicBezTo>
                      <a:pt x="359528" y="615942"/>
                      <a:pt x="307422" y="636792"/>
                      <a:pt x="244027" y="636792"/>
                    </a:cubicBezTo>
                    <a:cubicBezTo>
                      <a:pt x="165001" y="636792"/>
                      <a:pt x="104211" y="612467"/>
                      <a:pt x="63395" y="562948"/>
                    </a:cubicBezTo>
                    <a:cubicBezTo>
                      <a:pt x="21711" y="513430"/>
                      <a:pt x="868" y="441324"/>
                      <a:pt x="0" y="345762"/>
                    </a:cubicBezTo>
                    <a:lnTo>
                      <a:pt x="0" y="297112"/>
                    </a:lnTo>
                    <a:cubicBezTo>
                      <a:pt x="0" y="200681"/>
                      <a:pt x="20842" y="126837"/>
                      <a:pt x="61658" y="76450"/>
                    </a:cubicBezTo>
                    <a:cubicBezTo>
                      <a:pt x="102474" y="26062"/>
                      <a:pt x="163264" y="0"/>
                      <a:pt x="243159" y="0"/>
                    </a:cubicBezTo>
                    <a:cubicBezTo>
                      <a:pt x="310896" y="0"/>
                      <a:pt x="363870" y="20850"/>
                      <a:pt x="402949" y="62550"/>
                    </a:cubicBezTo>
                    <a:cubicBezTo>
                      <a:pt x="442028" y="104250"/>
                      <a:pt x="462002" y="163325"/>
                      <a:pt x="462870" y="240643"/>
                    </a:cubicBezTo>
                    <a:lnTo>
                      <a:pt x="311764" y="240643"/>
                    </a:lnTo>
                    <a:cubicBezTo>
                      <a:pt x="311764" y="205893"/>
                      <a:pt x="305686" y="179831"/>
                      <a:pt x="294396" y="161587"/>
                    </a:cubicBezTo>
                    <a:cubicBezTo>
                      <a:pt x="283106" y="143343"/>
                      <a:pt x="264870" y="133787"/>
                      <a:pt x="239685" y="133787"/>
                    </a:cubicBezTo>
                    <a:cubicBezTo>
                      <a:pt x="211896" y="133787"/>
                      <a:pt x="191922" y="143343"/>
                      <a:pt x="179764" y="163325"/>
                    </a:cubicBezTo>
                    <a:cubicBezTo>
                      <a:pt x="167606" y="183306"/>
                      <a:pt x="161527" y="221531"/>
                      <a:pt x="160659" y="278868"/>
                    </a:cubicBezTo>
                    <a:lnTo>
                      <a:pt x="160659" y="341418"/>
                    </a:lnTo>
                    <a:cubicBezTo>
                      <a:pt x="160659" y="391805"/>
                      <a:pt x="163264" y="426555"/>
                      <a:pt x="167606" y="446536"/>
                    </a:cubicBezTo>
                    <a:cubicBezTo>
                      <a:pt x="171948" y="466518"/>
                      <a:pt x="180632" y="481286"/>
                      <a:pt x="191922" y="489974"/>
                    </a:cubicBezTo>
                    <a:cubicBezTo>
                      <a:pt x="202343" y="499530"/>
                      <a:pt x="218843" y="503874"/>
                      <a:pt x="239685" y="5038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26"/>
              <p:cNvSpPr/>
              <p:nvPr/>
            </p:nvSpPr>
            <p:spPr>
              <a:xfrm>
                <a:off x="5722218" y="2949348"/>
                <a:ext cx="173684" cy="858322"/>
              </a:xfrm>
              <a:custGeom>
                <a:rect b="b" l="l" r="r" t="t"/>
                <a:pathLst>
                  <a:path extrusionOk="0" h="858322" w="173684">
                    <a:moveTo>
                      <a:pt x="0" y="85137"/>
                    </a:moveTo>
                    <a:cubicBezTo>
                      <a:pt x="0" y="59944"/>
                      <a:pt x="7816" y="39962"/>
                      <a:pt x="23447" y="23456"/>
                    </a:cubicBezTo>
                    <a:cubicBezTo>
                      <a:pt x="39079" y="7819"/>
                      <a:pt x="60790" y="0"/>
                      <a:pt x="86842" y="0"/>
                    </a:cubicBezTo>
                    <a:cubicBezTo>
                      <a:pt x="112895" y="0"/>
                      <a:pt x="134606" y="7819"/>
                      <a:pt x="150237" y="23456"/>
                    </a:cubicBezTo>
                    <a:cubicBezTo>
                      <a:pt x="165869" y="39094"/>
                      <a:pt x="173685" y="59944"/>
                      <a:pt x="173685" y="85137"/>
                    </a:cubicBezTo>
                    <a:cubicBezTo>
                      <a:pt x="173685" y="109462"/>
                      <a:pt x="165869" y="130312"/>
                      <a:pt x="150237" y="146818"/>
                    </a:cubicBezTo>
                    <a:cubicBezTo>
                      <a:pt x="134606" y="163325"/>
                      <a:pt x="112895" y="171143"/>
                      <a:pt x="85974" y="171143"/>
                    </a:cubicBezTo>
                    <a:cubicBezTo>
                      <a:pt x="59053" y="171143"/>
                      <a:pt x="38211" y="163325"/>
                      <a:pt x="21711" y="146818"/>
                    </a:cubicBezTo>
                    <a:cubicBezTo>
                      <a:pt x="7816" y="130312"/>
                      <a:pt x="0" y="109462"/>
                      <a:pt x="0" y="85137"/>
                    </a:cubicBezTo>
                    <a:close/>
                    <a:moveTo>
                      <a:pt x="168474" y="858323"/>
                    </a:moveTo>
                    <a:lnTo>
                      <a:pt x="6947" y="858323"/>
                    </a:lnTo>
                    <a:lnTo>
                      <a:pt x="6947" y="244118"/>
                    </a:lnTo>
                    <a:lnTo>
                      <a:pt x="168474" y="244118"/>
                    </a:lnTo>
                    <a:lnTo>
                      <a:pt x="168474" y="8583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26"/>
              <p:cNvSpPr/>
              <p:nvPr/>
            </p:nvSpPr>
            <p:spPr>
              <a:xfrm>
                <a:off x="6014877" y="2935448"/>
                <a:ext cx="479370" cy="883516"/>
              </a:xfrm>
              <a:custGeom>
                <a:rect b="b" l="l" r="r" t="t"/>
                <a:pathLst>
                  <a:path extrusionOk="0" h="883516" w="479370">
                    <a:moveTo>
                      <a:pt x="479370" y="584667"/>
                    </a:moveTo>
                    <a:cubicBezTo>
                      <a:pt x="479370" y="684573"/>
                      <a:pt x="463739" y="758417"/>
                      <a:pt x="431607" y="808804"/>
                    </a:cubicBezTo>
                    <a:cubicBezTo>
                      <a:pt x="399475" y="858323"/>
                      <a:pt x="349975" y="883516"/>
                      <a:pt x="282238" y="883516"/>
                    </a:cubicBezTo>
                    <a:cubicBezTo>
                      <a:pt x="229264" y="883516"/>
                      <a:pt x="185843" y="859192"/>
                      <a:pt x="153711" y="811410"/>
                    </a:cubicBezTo>
                    <a:lnTo>
                      <a:pt x="148501" y="872223"/>
                    </a:lnTo>
                    <a:lnTo>
                      <a:pt x="0" y="872223"/>
                    </a:lnTo>
                    <a:lnTo>
                      <a:pt x="0" y="0"/>
                    </a:lnTo>
                    <a:lnTo>
                      <a:pt x="160659" y="0"/>
                    </a:lnTo>
                    <a:lnTo>
                      <a:pt x="160659" y="307537"/>
                    </a:lnTo>
                    <a:cubicBezTo>
                      <a:pt x="191053" y="266706"/>
                      <a:pt x="231001" y="245856"/>
                      <a:pt x="280501" y="245856"/>
                    </a:cubicBezTo>
                    <a:cubicBezTo>
                      <a:pt x="348239" y="245856"/>
                      <a:pt x="398607" y="270181"/>
                      <a:pt x="430739" y="319699"/>
                    </a:cubicBezTo>
                    <a:cubicBezTo>
                      <a:pt x="462870" y="369218"/>
                      <a:pt x="478502" y="441324"/>
                      <a:pt x="479370" y="536886"/>
                    </a:cubicBezTo>
                    <a:lnTo>
                      <a:pt x="479370" y="584667"/>
                    </a:lnTo>
                    <a:close/>
                    <a:moveTo>
                      <a:pt x="318712" y="544705"/>
                    </a:moveTo>
                    <a:cubicBezTo>
                      <a:pt x="318712" y="480418"/>
                      <a:pt x="312633" y="436980"/>
                      <a:pt x="299606" y="414393"/>
                    </a:cubicBezTo>
                    <a:cubicBezTo>
                      <a:pt x="286580" y="391805"/>
                      <a:pt x="265738" y="381380"/>
                      <a:pt x="234475" y="381380"/>
                    </a:cubicBezTo>
                    <a:cubicBezTo>
                      <a:pt x="200606" y="381380"/>
                      <a:pt x="176290" y="397018"/>
                      <a:pt x="160659" y="427424"/>
                    </a:cubicBezTo>
                    <a:lnTo>
                      <a:pt x="160659" y="707161"/>
                    </a:lnTo>
                    <a:cubicBezTo>
                      <a:pt x="175422" y="735829"/>
                      <a:pt x="199738" y="750598"/>
                      <a:pt x="235343" y="750598"/>
                    </a:cubicBezTo>
                    <a:cubicBezTo>
                      <a:pt x="265738" y="750598"/>
                      <a:pt x="287449" y="740173"/>
                      <a:pt x="299606" y="720192"/>
                    </a:cubicBezTo>
                    <a:cubicBezTo>
                      <a:pt x="311765" y="700211"/>
                      <a:pt x="317844" y="661117"/>
                      <a:pt x="318712" y="602911"/>
                    </a:cubicBezTo>
                    <a:lnTo>
                      <a:pt x="318712" y="54470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26"/>
              <p:cNvSpPr/>
              <p:nvPr/>
            </p:nvSpPr>
            <p:spPr>
              <a:xfrm>
                <a:off x="6590642" y="2949348"/>
                <a:ext cx="173684" cy="858322"/>
              </a:xfrm>
              <a:custGeom>
                <a:rect b="b" l="l" r="r" t="t"/>
                <a:pathLst>
                  <a:path extrusionOk="0" h="858322" w="173684">
                    <a:moveTo>
                      <a:pt x="0" y="85137"/>
                    </a:moveTo>
                    <a:cubicBezTo>
                      <a:pt x="0" y="59944"/>
                      <a:pt x="7816" y="39962"/>
                      <a:pt x="23448" y="23456"/>
                    </a:cubicBezTo>
                    <a:cubicBezTo>
                      <a:pt x="39079" y="7819"/>
                      <a:pt x="60790" y="0"/>
                      <a:pt x="86842" y="0"/>
                    </a:cubicBezTo>
                    <a:cubicBezTo>
                      <a:pt x="112895" y="0"/>
                      <a:pt x="134606" y="7819"/>
                      <a:pt x="150238" y="23456"/>
                    </a:cubicBezTo>
                    <a:cubicBezTo>
                      <a:pt x="165869" y="39094"/>
                      <a:pt x="173685" y="59944"/>
                      <a:pt x="173685" y="85137"/>
                    </a:cubicBezTo>
                    <a:cubicBezTo>
                      <a:pt x="173685" y="109462"/>
                      <a:pt x="165869" y="130312"/>
                      <a:pt x="150238" y="146818"/>
                    </a:cubicBezTo>
                    <a:cubicBezTo>
                      <a:pt x="134606" y="163325"/>
                      <a:pt x="112895" y="171143"/>
                      <a:pt x="85974" y="171143"/>
                    </a:cubicBezTo>
                    <a:cubicBezTo>
                      <a:pt x="59053" y="171143"/>
                      <a:pt x="38211" y="163325"/>
                      <a:pt x="21711" y="146818"/>
                    </a:cubicBezTo>
                    <a:cubicBezTo>
                      <a:pt x="7816" y="130312"/>
                      <a:pt x="0" y="109462"/>
                      <a:pt x="0" y="85137"/>
                    </a:cubicBezTo>
                    <a:close/>
                    <a:moveTo>
                      <a:pt x="168475" y="858323"/>
                    </a:moveTo>
                    <a:lnTo>
                      <a:pt x="6948" y="858323"/>
                    </a:lnTo>
                    <a:lnTo>
                      <a:pt x="6948" y="244118"/>
                    </a:lnTo>
                    <a:lnTo>
                      <a:pt x="168475" y="244118"/>
                    </a:lnTo>
                    <a:lnTo>
                      <a:pt x="168475" y="8583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26"/>
              <p:cNvSpPr/>
              <p:nvPr/>
            </p:nvSpPr>
            <p:spPr>
              <a:xfrm>
                <a:off x="6861591" y="2935448"/>
                <a:ext cx="479370" cy="883516"/>
              </a:xfrm>
              <a:custGeom>
                <a:rect b="b" l="l" r="r" t="t"/>
                <a:pathLst>
                  <a:path extrusionOk="0" h="883516" w="479370">
                    <a:moveTo>
                      <a:pt x="0" y="546442"/>
                    </a:moveTo>
                    <a:cubicBezTo>
                      <a:pt x="0" y="445668"/>
                      <a:pt x="17368" y="370955"/>
                      <a:pt x="51237" y="321437"/>
                    </a:cubicBezTo>
                    <a:cubicBezTo>
                      <a:pt x="85106" y="271918"/>
                      <a:pt x="134606" y="246724"/>
                      <a:pt x="199738" y="246724"/>
                    </a:cubicBezTo>
                    <a:cubicBezTo>
                      <a:pt x="246633" y="246724"/>
                      <a:pt x="286580" y="267574"/>
                      <a:pt x="317844" y="308405"/>
                    </a:cubicBezTo>
                    <a:lnTo>
                      <a:pt x="317844" y="0"/>
                    </a:lnTo>
                    <a:lnTo>
                      <a:pt x="479370" y="0"/>
                    </a:lnTo>
                    <a:lnTo>
                      <a:pt x="479370" y="872223"/>
                    </a:lnTo>
                    <a:lnTo>
                      <a:pt x="333475" y="872223"/>
                    </a:lnTo>
                    <a:lnTo>
                      <a:pt x="326528" y="809673"/>
                    </a:lnTo>
                    <a:cubicBezTo>
                      <a:pt x="293527" y="859192"/>
                      <a:pt x="250975" y="883516"/>
                      <a:pt x="199738" y="883516"/>
                    </a:cubicBezTo>
                    <a:cubicBezTo>
                      <a:pt x="135475" y="883516"/>
                      <a:pt x="85974" y="859192"/>
                      <a:pt x="52105" y="809673"/>
                    </a:cubicBezTo>
                    <a:cubicBezTo>
                      <a:pt x="18237" y="760154"/>
                      <a:pt x="869" y="688048"/>
                      <a:pt x="0" y="592486"/>
                    </a:cubicBezTo>
                    <a:lnTo>
                      <a:pt x="0" y="546442"/>
                    </a:lnTo>
                    <a:close/>
                    <a:moveTo>
                      <a:pt x="161527" y="586405"/>
                    </a:moveTo>
                    <a:cubicBezTo>
                      <a:pt x="161527" y="647217"/>
                      <a:pt x="167606" y="688917"/>
                      <a:pt x="180632" y="713242"/>
                    </a:cubicBezTo>
                    <a:cubicBezTo>
                      <a:pt x="193659" y="737567"/>
                      <a:pt x="215369" y="748861"/>
                      <a:pt x="245764" y="748861"/>
                    </a:cubicBezTo>
                    <a:cubicBezTo>
                      <a:pt x="277896" y="748861"/>
                      <a:pt x="301343" y="734961"/>
                      <a:pt x="317844" y="706292"/>
                    </a:cubicBezTo>
                    <a:lnTo>
                      <a:pt x="317844" y="425686"/>
                    </a:lnTo>
                    <a:cubicBezTo>
                      <a:pt x="302212" y="395280"/>
                      <a:pt x="277896" y="380512"/>
                      <a:pt x="246633" y="380512"/>
                    </a:cubicBezTo>
                    <a:cubicBezTo>
                      <a:pt x="217106" y="380512"/>
                      <a:pt x="195396" y="392674"/>
                      <a:pt x="182369" y="416130"/>
                    </a:cubicBezTo>
                    <a:cubicBezTo>
                      <a:pt x="168475" y="439586"/>
                      <a:pt x="161527" y="482155"/>
                      <a:pt x="161527" y="542967"/>
                    </a:cubicBezTo>
                    <a:lnTo>
                      <a:pt x="161527" y="58640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26"/>
              <p:cNvSpPr/>
              <p:nvPr/>
            </p:nvSpPr>
            <p:spPr>
              <a:xfrm>
                <a:off x="7433883" y="3182172"/>
                <a:ext cx="453317" cy="635923"/>
              </a:xfrm>
              <a:custGeom>
                <a:rect b="b" l="l" r="r" t="t"/>
                <a:pathLst>
                  <a:path extrusionOk="0" h="635923" w="453317">
                    <a:moveTo>
                      <a:pt x="297001" y="460436"/>
                    </a:moveTo>
                    <a:cubicBezTo>
                      <a:pt x="297001" y="446536"/>
                      <a:pt x="290054" y="434374"/>
                      <a:pt x="277027" y="423080"/>
                    </a:cubicBezTo>
                    <a:cubicBezTo>
                      <a:pt x="264001" y="411786"/>
                      <a:pt x="235343" y="396149"/>
                      <a:pt x="190185" y="376168"/>
                    </a:cubicBezTo>
                    <a:cubicBezTo>
                      <a:pt x="124185" y="349237"/>
                      <a:pt x="78158" y="321437"/>
                      <a:pt x="53842" y="292768"/>
                    </a:cubicBezTo>
                    <a:cubicBezTo>
                      <a:pt x="28658" y="264099"/>
                      <a:pt x="16500" y="228481"/>
                      <a:pt x="16500" y="185043"/>
                    </a:cubicBezTo>
                    <a:cubicBezTo>
                      <a:pt x="16500" y="131181"/>
                      <a:pt x="35605" y="86875"/>
                      <a:pt x="74684" y="52125"/>
                    </a:cubicBezTo>
                    <a:cubicBezTo>
                      <a:pt x="113763" y="17375"/>
                      <a:pt x="165001" y="0"/>
                      <a:pt x="228396" y="0"/>
                    </a:cubicBezTo>
                    <a:cubicBezTo>
                      <a:pt x="296133" y="0"/>
                      <a:pt x="349975" y="17375"/>
                      <a:pt x="389922" y="52125"/>
                    </a:cubicBezTo>
                    <a:cubicBezTo>
                      <a:pt x="430738" y="86875"/>
                      <a:pt x="450712" y="133787"/>
                      <a:pt x="450712" y="191993"/>
                    </a:cubicBezTo>
                    <a:lnTo>
                      <a:pt x="290054" y="191993"/>
                    </a:lnTo>
                    <a:cubicBezTo>
                      <a:pt x="290054" y="141606"/>
                      <a:pt x="269212" y="117281"/>
                      <a:pt x="227527" y="117281"/>
                    </a:cubicBezTo>
                    <a:cubicBezTo>
                      <a:pt x="210159" y="117281"/>
                      <a:pt x="196264" y="122493"/>
                      <a:pt x="185843" y="132918"/>
                    </a:cubicBezTo>
                    <a:cubicBezTo>
                      <a:pt x="174553" y="143343"/>
                      <a:pt x="169343" y="158112"/>
                      <a:pt x="169343" y="177225"/>
                    </a:cubicBezTo>
                    <a:cubicBezTo>
                      <a:pt x="169343" y="191124"/>
                      <a:pt x="175422" y="203287"/>
                      <a:pt x="187580" y="212843"/>
                    </a:cubicBezTo>
                    <a:cubicBezTo>
                      <a:pt x="199738" y="223268"/>
                      <a:pt x="228396" y="238037"/>
                      <a:pt x="273554" y="257149"/>
                    </a:cubicBezTo>
                    <a:cubicBezTo>
                      <a:pt x="338686" y="281474"/>
                      <a:pt x="385580" y="308405"/>
                      <a:pt x="412502" y="337943"/>
                    </a:cubicBezTo>
                    <a:cubicBezTo>
                      <a:pt x="439423" y="367480"/>
                      <a:pt x="453318" y="406574"/>
                      <a:pt x="453318" y="453486"/>
                    </a:cubicBezTo>
                    <a:cubicBezTo>
                      <a:pt x="453318" y="508217"/>
                      <a:pt x="432475" y="552524"/>
                      <a:pt x="391659" y="585536"/>
                    </a:cubicBezTo>
                    <a:cubicBezTo>
                      <a:pt x="350843" y="618548"/>
                      <a:pt x="296133" y="635923"/>
                      <a:pt x="229264" y="635923"/>
                    </a:cubicBezTo>
                    <a:cubicBezTo>
                      <a:pt x="184106" y="635923"/>
                      <a:pt x="144158" y="627236"/>
                      <a:pt x="110290" y="609861"/>
                    </a:cubicBezTo>
                    <a:cubicBezTo>
                      <a:pt x="75553" y="592486"/>
                      <a:pt x="48632" y="568161"/>
                      <a:pt x="29526" y="536017"/>
                    </a:cubicBezTo>
                    <a:cubicBezTo>
                      <a:pt x="10421" y="504742"/>
                      <a:pt x="0" y="470861"/>
                      <a:pt x="0" y="434374"/>
                    </a:cubicBezTo>
                    <a:lnTo>
                      <a:pt x="152843" y="434374"/>
                    </a:lnTo>
                    <a:cubicBezTo>
                      <a:pt x="153711" y="462174"/>
                      <a:pt x="159790" y="483024"/>
                      <a:pt x="172816" y="497792"/>
                    </a:cubicBezTo>
                    <a:cubicBezTo>
                      <a:pt x="184974" y="511692"/>
                      <a:pt x="204948" y="518642"/>
                      <a:pt x="233606" y="518642"/>
                    </a:cubicBezTo>
                    <a:cubicBezTo>
                      <a:pt x="275291" y="519511"/>
                      <a:pt x="297001" y="499530"/>
                      <a:pt x="297001" y="4604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26"/>
              <p:cNvSpPr/>
              <p:nvPr/>
            </p:nvSpPr>
            <p:spPr>
              <a:xfrm>
                <a:off x="8219807" y="2981492"/>
                <a:ext cx="586186" cy="826179"/>
              </a:xfrm>
              <a:custGeom>
                <a:rect b="b" l="l" r="r" t="t"/>
                <a:pathLst>
                  <a:path extrusionOk="0" h="826179" w="586186">
                    <a:moveTo>
                      <a:pt x="448107" y="595092"/>
                    </a:moveTo>
                    <a:lnTo>
                      <a:pt x="138079" y="595092"/>
                    </a:lnTo>
                    <a:lnTo>
                      <a:pt x="67737" y="826179"/>
                    </a:lnTo>
                    <a:lnTo>
                      <a:pt x="0" y="826179"/>
                    </a:lnTo>
                    <a:lnTo>
                      <a:pt x="263133" y="0"/>
                    </a:lnTo>
                    <a:lnTo>
                      <a:pt x="323054" y="0"/>
                    </a:lnTo>
                    <a:lnTo>
                      <a:pt x="586187" y="826179"/>
                    </a:lnTo>
                    <a:lnTo>
                      <a:pt x="519318" y="826179"/>
                    </a:lnTo>
                    <a:lnTo>
                      <a:pt x="448107" y="595092"/>
                    </a:lnTo>
                    <a:close/>
                    <a:moveTo>
                      <a:pt x="157185" y="534280"/>
                    </a:moveTo>
                    <a:lnTo>
                      <a:pt x="429870" y="534280"/>
                    </a:lnTo>
                    <a:lnTo>
                      <a:pt x="293527" y="91219"/>
                    </a:lnTo>
                    <a:lnTo>
                      <a:pt x="157185" y="53428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26"/>
              <p:cNvSpPr/>
              <p:nvPr/>
            </p:nvSpPr>
            <p:spPr>
              <a:xfrm>
                <a:off x="8941468" y="2981492"/>
                <a:ext cx="64263" cy="826179"/>
              </a:xfrm>
              <a:custGeom>
                <a:rect b="b" l="l" r="r" t="t"/>
                <a:pathLst>
                  <a:path extrusionOk="0" h="826179" w="64263">
                    <a:moveTo>
                      <a:pt x="64264" y="826179"/>
                    </a:moveTo>
                    <a:lnTo>
                      <a:pt x="0" y="826179"/>
                    </a:lnTo>
                    <a:lnTo>
                      <a:pt x="0" y="0"/>
                    </a:lnTo>
                    <a:lnTo>
                      <a:pt x="64264" y="0"/>
                    </a:lnTo>
                    <a:lnTo>
                      <a:pt x="64264" y="82617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26"/>
            <p:cNvGrpSpPr/>
            <p:nvPr/>
          </p:nvGrpSpPr>
          <p:grpSpPr>
            <a:xfrm>
              <a:off x="9040468" y="2984098"/>
              <a:ext cx="121579" cy="74712"/>
              <a:chOff x="9040468" y="2984098"/>
              <a:chExt cx="121579" cy="74712"/>
            </a:xfrm>
          </p:grpSpPr>
          <p:sp>
            <p:nvSpPr>
              <p:cNvPr id="154" name="Google Shape;154;p26"/>
              <p:cNvSpPr/>
              <p:nvPr/>
            </p:nvSpPr>
            <p:spPr>
              <a:xfrm>
                <a:off x="9040468" y="2984098"/>
                <a:ext cx="48631" cy="73843"/>
              </a:xfrm>
              <a:custGeom>
                <a:rect b="b" l="l" r="r" t="t"/>
                <a:pathLst>
                  <a:path extrusionOk="0" h="73843" w="48631">
                    <a:moveTo>
                      <a:pt x="47763" y="7819"/>
                    </a:moveTo>
                    <a:lnTo>
                      <a:pt x="28658" y="7819"/>
                    </a:lnTo>
                    <a:lnTo>
                      <a:pt x="28658" y="73844"/>
                    </a:lnTo>
                    <a:lnTo>
                      <a:pt x="19105" y="73844"/>
                    </a:lnTo>
                    <a:lnTo>
                      <a:pt x="19105" y="7819"/>
                    </a:lnTo>
                    <a:lnTo>
                      <a:pt x="0" y="7819"/>
                    </a:lnTo>
                    <a:lnTo>
                      <a:pt x="0" y="0"/>
                    </a:lnTo>
                    <a:lnTo>
                      <a:pt x="48632" y="0"/>
                    </a:lnTo>
                    <a:lnTo>
                      <a:pt x="48632" y="781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26"/>
              <p:cNvSpPr/>
              <p:nvPr/>
            </p:nvSpPr>
            <p:spPr>
              <a:xfrm>
                <a:off x="9099521" y="2984098"/>
                <a:ext cx="62526" cy="74712"/>
              </a:xfrm>
              <a:custGeom>
                <a:rect b="b" l="l" r="r" t="t"/>
                <a:pathLst>
                  <a:path extrusionOk="0" h="74712" w="62526">
                    <a:moveTo>
                      <a:pt x="12158" y="0"/>
                    </a:moveTo>
                    <a:lnTo>
                      <a:pt x="31263" y="60812"/>
                    </a:lnTo>
                    <a:lnTo>
                      <a:pt x="50369" y="0"/>
                    </a:lnTo>
                    <a:lnTo>
                      <a:pt x="62527" y="0"/>
                    </a:lnTo>
                    <a:lnTo>
                      <a:pt x="62527" y="73844"/>
                    </a:lnTo>
                    <a:lnTo>
                      <a:pt x="52974" y="73844"/>
                    </a:lnTo>
                    <a:lnTo>
                      <a:pt x="52974" y="45175"/>
                    </a:lnTo>
                    <a:lnTo>
                      <a:pt x="53842" y="16506"/>
                    </a:lnTo>
                    <a:lnTo>
                      <a:pt x="34737" y="74712"/>
                    </a:lnTo>
                    <a:lnTo>
                      <a:pt x="27790" y="74712"/>
                    </a:lnTo>
                    <a:lnTo>
                      <a:pt x="8684" y="17375"/>
                    </a:lnTo>
                    <a:lnTo>
                      <a:pt x="9552" y="46044"/>
                    </a:lnTo>
                    <a:lnTo>
                      <a:pt x="9552" y="74712"/>
                    </a:lnTo>
                    <a:lnTo>
                      <a:pt x="0" y="74712"/>
                    </a:lnTo>
                    <a:lnTo>
                      <a:pt x="0" y="869"/>
                    </a:lnTo>
                    <a:lnTo>
                      <a:pt x="12158" y="86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2 1">
  <p:cSld name="1_Blank_3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/>
          <p:nvPr/>
        </p:nvSpPr>
        <p:spPr>
          <a:xfrm>
            <a:off x="75010" y="-42862"/>
            <a:ext cx="8990409" cy="5111354"/>
          </a:xfrm>
          <a:custGeom>
            <a:rect b="b" l="l" r="r" t="t"/>
            <a:pathLst>
              <a:path extrusionOk="0" h="6815138" w="11987212">
                <a:moveTo>
                  <a:pt x="0" y="6272213"/>
                </a:moveTo>
                <a:lnTo>
                  <a:pt x="0" y="157163"/>
                </a:lnTo>
                <a:lnTo>
                  <a:pt x="11987212" y="157163"/>
                </a:lnTo>
                <a:lnTo>
                  <a:pt x="11987212" y="0"/>
                </a:lnTo>
                <a:lnTo>
                  <a:pt x="11987212" y="6800850"/>
                </a:lnTo>
                <a:lnTo>
                  <a:pt x="728662" y="6800850"/>
                </a:lnTo>
                <a:lnTo>
                  <a:pt x="728662" y="6815138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50F65"/>
              </a:gs>
              <a:gs pos="100000">
                <a:srgbClr val="14113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27"/>
          <p:cNvGrpSpPr/>
          <p:nvPr/>
        </p:nvGrpSpPr>
        <p:grpSpPr>
          <a:xfrm>
            <a:off x="4459952" y="0"/>
            <a:ext cx="2889077" cy="5154930"/>
            <a:chOff x="4826127" y="0"/>
            <a:chExt cx="2889077" cy="5154930"/>
          </a:xfrm>
        </p:grpSpPr>
        <p:sp>
          <p:nvSpPr>
            <p:cNvPr id="160" name="Google Shape;160;p27"/>
            <p:cNvSpPr/>
            <p:nvPr/>
          </p:nvSpPr>
          <p:spPr>
            <a:xfrm>
              <a:off x="5328066" y="0"/>
              <a:ext cx="1203258" cy="5154930"/>
            </a:xfrm>
            <a:custGeom>
              <a:rect b="b" l="l" r="r" t="t"/>
              <a:pathLst>
                <a:path extrusionOk="0" h="10058400" w="2347820">
                  <a:moveTo>
                    <a:pt x="642937" y="2487592"/>
                  </a:moveTo>
                  <a:cubicBezTo>
                    <a:pt x="293885" y="3347771"/>
                    <a:pt x="119546" y="4277614"/>
                    <a:pt x="126058" y="5206526"/>
                  </a:cubicBezTo>
                  <a:cubicBezTo>
                    <a:pt x="132105" y="6135811"/>
                    <a:pt x="322632" y="7063698"/>
                    <a:pt x="682289" y="7921549"/>
                  </a:cubicBezTo>
                  <a:cubicBezTo>
                    <a:pt x="1010595" y="8709177"/>
                    <a:pt x="1483750" y="9435711"/>
                    <a:pt x="2067705" y="10058400"/>
                  </a:cubicBezTo>
                  <a:lnTo>
                    <a:pt x="1869736" y="10058400"/>
                  </a:lnTo>
                  <a:cubicBezTo>
                    <a:pt x="1317225" y="9444558"/>
                    <a:pt x="868072" y="8737490"/>
                    <a:pt x="552046" y="7975101"/>
                  </a:cubicBezTo>
                  <a:cubicBezTo>
                    <a:pt x="188016" y="7098809"/>
                    <a:pt x="1210" y="6151550"/>
                    <a:pt x="1" y="5206154"/>
                  </a:cubicBezTo>
                  <a:cubicBezTo>
                    <a:pt x="-464" y="4260571"/>
                    <a:pt x="188295" y="3317689"/>
                    <a:pt x="550092" y="2448848"/>
                  </a:cubicBezTo>
                  <a:cubicBezTo>
                    <a:pt x="911052" y="1579355"/>
                    <a:pt x="1447375" y="786325"/>
                    <a:pt x="2113476" y="125823"/>
                  </a:cubicBezTo>
                  <a:cubicBezTo>
                    <a:pt x="2156364" y="83354"/>
                    <a:pt x="2199902" y="41351"/>
                    <a:pt x="2243813" y="0"/>
                  </a:cubicBezTo>
                  <a:lnTo>
                    <a:pt x="2347821" y="0"/>
                  </a:lnTo>
                  <a:cubicBezTo>
                    <a:pt x="2285863" y="58208"/>
                    <a:pt x="2225021" y="117441"/>
                    <a:pt x="2165295" y="177792"/>
                  </a:cubicBezTo>
                  <a:cubicBezTo>
                    <a:pt x="1512311" y="838107"/>
                    <a:pt x="990501" y="1626853"/>
                    <a:pt x="642937" y="2487592"/>
                  </a:cubicBezTo>
                  <a:close/>
                </a:path>
              </a:pathLst>
            </a:custGeom>
            <a:solidFill>
              <a:srgbClr val="67C567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5665919" y="0"/>
              <a:ext cx="2049285" cy="5154930"/>
            </a:xfrm>
            <a:custGeom>
              <a:rect b="b" l="l" r="r" t="t"/>
              <a:pathLst>
                <a:path extrusionOk="0" h="10058400" w="3998604">
                  <a:moveTo>
                    <a:pt x="2467688" y="9324603"/>
                  </a:moveTo>
                  <a:cubicBezTo>
                    <a:pt x="2745850" y="9603071"/>
                    <a:pt x="3044945" y="9847732"/>
                    <a:pt x="3359854" y="10058400"/>
                  </a:cubicBezTo>
                  <a:lnTo>
                    <a:pt x="2147662" y="10058400"/>
                  </a:lnTo>
                  <a:cubicBezTo>
                    <a:pt x="2076121" y="9992741"/>
                    <a:pt x="2005790" y="9925312"/>
                    <a:pt x="1936668" y="9856115"/>
                  </a:cubicBezTo>
                  <a:cubicBezTo>
                    <a:pt x="694240" y="8612319"/>
                    <a:pt x="6463" y="6962089"/>
                    <a:pt x="44" y="5209413"/>
                  </a:cubicBezTo>
                  <a:cubicBezTo>
                    <a:pt x="-6282" y="3456737"/>
                    <a:pt x="669494" y="1811443"/>
                    <a:pt x="1902991" y="576588"/>
                  </a:cubicBezTo>
                  <a:cubicBezTo>
                    <a:pt x="2111101" y="368249"/>
                    <a:pt x="2330840" y="175836"/>
                    <a:pt x="2560812" y="0"/>
                  </a:cubicBezTo>
                  <a:lnTo>
                    <a:pt x="3998604" y="0"/>
                  </a:lnTo>
                  <a:cubicBezTo>
                    <a:pt x="3434186" y="273160"/>
                    <a:pt x="2905677" y="643738"/>
                    <a:pt x="2437825" y="1112105"/>
                  </a:cubicBezTo>
                  <a:cubicBezTo>
                    <a:pt x="180710" y="3371613"/>
                    <a:pt x="194106" y="7048517"/>
                    <a:pt x="2467688" y="9324603"/>
                  </a:cubicBezTo>
                  <a:close/>
                </a:path>
              </a:pathLst>
            </a:custGeom>
            <a:solidFill>
              <a:srgbClr val="9AD99A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4826127" y="0"/>
              <a:ext cx="1246673" cy="5154930"/>
            </a:xfrm>
            <a:custGeom>
              <a:rect b="b" l="l" r="r" t="t"/>
              <a:pathLst>
                <a:path extrusionOk="0" h="10058400" w="2432532">
                  <a:moveTo>
                    <a:pt x="2157254" y="10058400"/>
                  </a:moveTo>
                  <a:lnTo>
                    <a:pt x="1600185" y="10058400"/>
                  </a:lnTo>
                  <a:cubicBezTo>
                    <a:pt x="1199594" y="9513756"/>
                    <a:pt x="868683" y="8923384"/>
                    <a:pt x="611546" y="8293151"/>
                  </a:cubicBezTo>
                  <a:cubicBezTo>
                    <a:pt x="209746" y="7308639"/>
                    <a:pt x="4054" y="6269178"/>
                    <a:pt x="54" y="5203825"/>
                  </a:cubicBezTo>
                  <a:cubicBezTo>
                    <a:pt x="-3760" y="4138380"/>
                    <a:pt x="194396" y="3100409"/>
                    <a:pt x="589033" y="2118783"/>
                  </a:cubicBezTo>
                  <a:cubicBezTo>
                    <a:pt x="898918" y="1348198"/>
                    <a:pt x="1319976" y="638243"/>
                    <a:pt x="1845135" y="0"/>
                  </a:cubicBezTo>
                  <a:lnTo>
                    <a:pt x="2432532" y="0"/>
                  </a:lnTo>
                  <a:cubicBezTo>
                    <a:pt x="-126840" y="2824082"/>
                    <a:pt x="-215312" y="7099647"/>
                    <a:pt x="2157254" y="10058400"/>
                  </a:cubicBezTo>
                  <a:close/>
                </a:path>
              </a:pathLst>
            </a:custGeom>
            <a:solidFill>
              <a:srgbClr val="34B234">
                <a:alpha val="89410"/>
              </a:srgbClr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3" name="Google Shape;163;p27" title="Untitled-1.png"/>
          <p:cNvPicPr preferRelativeResize="0"/>
          <p:nvPr/>
        </p:nvPicPr>
        <p:blipFill rotWithShape="1">
          <a:blip r:embed="rId2">
            <a:alphaModFix/>
          </a:blip>
          <a:srcRect b="0" l="22369" r="23921" t="4516"/>
          <a:stretch/>
        </p:blipFill>
        <p:spPr>
          <a:xfrm>
            <a:off x="5970853" y="-58608"/>
            <a:ext cx="5260800" cy="52608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64" name="Google Shape;164;p27"/>
          <p:cNvGrpSpPr/>
          <p:nvPr/>
        </p:nvGrpSpPr>
        <p:grpSpPr>
          <a:xfrm>
            <a:off x="158027" y="4882383"/>
            <a:ext cx="280976" cy="147589"/>
            <a:chOff x="1498600" y="772667"/>
            <a:chExt cx="2575400" cy="1352786"/>
          </a:xfrm>
        </p:grpSpPr>
        <p:sp>
          <p:nvSpPr>
            <p:cNvPr id="165" name="Google Shape;165;p27"/>
            <p:cNvSpPr/>
            <p:nvPr/>
          </p:nvSpPr>
          <p:spPr>
            <a:xfrm>
              <a:off x="1498600" y="772998"/>
              <a:ext cx="202361" cy="1351886"/>
            </a:xfrm>
            <a:custGeom>
              <a:rect b="b" l="l" r="r" t="t"/>
              <a:pathLst>
                <a:path extrusionOk="0" h="1351886" w="202361">
                  <a:moveTo>
                    <a:pt x="101145" y="1351681"/>
                  </a:moveTo>
                  <a:cubicBezTo>
                    <a:pt x="45264" y="1351681"/>
                    <a:pt x="-36" y="1306575"/>
                    <a:pt x="-36" y="1250934"/>
                  </a:cubicBezTo>
                  <a:lnTo>
                    <a:pt x="-36" y="100542"/>
                  </a:lnTo>
                  <a:cubicBezTo>
                    <a:pt x="-36" y="44901"/>
                    <a:pt x="45264" y="-205"/>
                    <a:pt x="101145" y="-205"/>
                  </a:cubicBezTo>
                  <a:cubicBezTo>
                    <a:pt x="157026" y="-205"/>
                    <a:pt x="202326" y="44901"/>
                    <a:pt x="202326" y="100542"/>
                  </a:cubicBezTo>
                  <a:lnTo>
                    <a:pt x="202326" y="1250935"/>
                  </a:lnTo>
                  <a:cubicBezTo>
                    <a:pt x="202326" y="1306576"/>
                    <a:pt x="157026" y="1351682"/>
                    <a:pt x="101145" y="1351682"/>
                  </a:cubicBez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1798943" y="772667"/>
              <a:ext cx="906930" cy="1352266"/>
            </a:xfrm>
            <a:custGeom>
              <a:rect b="b" l="l" r="r" t="t"/>
              <a:pathLst>
                <a:path extrusionOk="0" h="1352266" w="906930">
                  <a:moveTo>
                    <a:pt x="235889" y="1352013"/>
                  </a:moveTo>
                  <a:lnTo>
                    <a:pt x="104249" y="1352013"/>
                  </a:lnTo>
                  <a:cubicBezTo>
                    <a:pt x="48394" y="1353719"/>
                    <a:pt x="1726" y="1310018"/>
                    <a:pt x="13" y="1254403"/>
                  </a:cubicBezTo>
                  <a:cubicBezTo>
                    <a:pt x="-1701" y="1198788"/>
                    <a:pt x="42188" y="1152320"/>
                    <a:pt x="98043" y="1150614"/>
                  </a:cubicBezTo>
                  <a:cubicBezTo>
                    <a:pt x="100111" y="1150551"/>
                    <a:pt x="102181" y="1150551"/>
                    <a:pt x="104249" y="1150614"/>
                  </a:cubicBezTo>
                  <a:lnTo>
                    <a:pt x="235889" y="1150614"/>
                  </a:lnTo>
                  <a:cubicBezTo>
                    <a:pt x="499179" y="1146909"/>
                    <a:pt x="709603" y="931382"/>
                    <a:pt x="705883" y="669220"/>
                  </a:cubicBezTo>
                  <a:cubicBezTo>
                    <a:pt x="702236" y="412281"/>
                    <a:pt x="493934" y="204872"/>
                    <a:pt x="235889" y="201241"/>
                  </a:cubicBezTo>
                  <a:lnTo>
                    <a:pt x="104249" y="201241"/>
                  </a:lnTo>
                  <a:cubicBezTo>
                    <a:pt x="48394" y="202948"/>
                    <a:pt x="1726" y="159246"/>
                    <a:pt x="13" y="103631"/>
                  </a:cubicBezTo>
                  <a:cubicBezTo>
                    <a:pt x="-1701" y="48017"/>
                    <a:pt x="42188" y="1549"/>
                    <a:pt x="98043" y="-158"/>
                  </a:cubicBezTo>
                  <a:cubicBezTo>
                    <a:pt x="100111" y="-221"/>
                    <a:pt x="102181" y="-221"/>
                    <a:pt x="104249" y="-158"/>
                  </a:cubicBezTo>
                  <a:lnTo>
                    <a:pt x="235889" y="-158"/>
                  </a:lnTo>
                  <a:cubicBezTo>
                    <a:pt x="610888" y="4263"/>
                    <a:pt x="911286" y="310541"/>
                    <a:pt x="906846" y="683933"/>
                  </a:cubicBezTo>
                  <a:cubicBezTo>
                    <a:pt x="902480" y="1051088"/>
                    <a:pt x="604625" y="1347666"/>
                    <a:pt x="235889" y="1352013"/>
                  </a:cubicBezTo>
                  <a:close/>
                </a:path>
              </a:pathLst>
            </a:custGeom>
            <a:solidFill>
              <a:srgbClr val="34B234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2823073" y="773410"/>
              <a:ext cx="740945" cy="1352043"/>
            </a:xfrm>
            <a:custGeom>
              <a:rect b="b" l="l" r="r" t="t"/>
              <a:pathLst>
                <a:path extrusionOk="0" h="1352043" w="740945">
                  <a:moveTo>
                    <a:pt x="639903" y="1351838"/>
                  </a:moveTo>
                  <a:cubicBezTo>
                    <a:pt x="600555" y="1351856"/>
                    <a:pt x="564766" y="1329158"/>
                    <a:pt x="548145" y="1293646"/>
                  </a:cubicBezTo>
                  <a:lnTo>
                    <a:pt x="9498" y="143253"/>
                  </a:lnTo>
                  <a:cubicBezTo>
                    <a:pt x="-14158" y="92821"/>
                    <a:pt x="7725" y="32842"/>
                    <a:pt x="58375" y="9287"/>
                  </a:cubicBezTo>
                  <a:cubicBezTo>
                    <a:pt x="109025" y="-14267"/>
                    <a:pt x="169262" y="7522"/>
                    <a:pt x="192918" y="57955"/>
                  </a:cubicBezTo>
                  <a:lnTo>
                    <a:pt x="731470" y="1208537"/>
                  </a:lnTo>
                  <a:cubicBezTo>
                    <a:pt x="755021" y="1259053"/>
                    <a:pt x="732985" y="1319014"/>
                    <a:pt x="682252" y="1342464"/>
                  </a:cubicBezTo>
                  <a:cubicBezTo>
                    <a:pt x="668952" y="1348611"/>
                    <a:pt x="654471" y="1351810"/>
                    <a:pt x="639808" y="1351839"/>
                  </a:cubicBezTo>
                  <a:close/>
                </a:path>
              </a:pathLst>
            </a:custGeom>
            <a:solidFill>
              <a:srgbClr val="C70099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3514852" y="773929"/>
              <a:ext cx="559148" cy="963227"/>
            </a:xfrm>
            <a:custGeom>
              <a:rect b="b" l="l" r="r" t="t"/>
              <a:pathLst>
                <a:path extrusionOk="0" h="963227" w="559148">
                  <a:moveTo>
                    <a:pt x="100991" y="963022"/>
                  </a:moveTo>
                  <a:cubicBezTo>
                    <a:pt x="45058" y="962885"/>
                    <a:pt x="-173" y="917625"/>
                    <a:pt x="-36" y="861932"/>
                  </a:cubicBezTo>
                  <a:cubicBezTo>
                    <a:pt x="0" y="847314"/>
                    <a:pt x="3228" y="832879"/>
                    <a:pt x="9423" y="819626"/>
                  </a:cubicBezTo>
                  <a:lnTo>
                    <a:pt x="366650" y="57057"/>
                  </a:lnTo>
                  <a:cubicBezTo>
                    <a:pt x="390782" y="6872"/>
                    <a:pt x="451204" y="-14332"/>
                    <a:pt x="501605" y="9697"/>
                  </a:cubicBezTo>
                  <a:cubicBezTo>
                    <a:pt x="551337" y="33406"/>
                    <a:pt x="572847" y="92400"/>
                    <a:pt x="549975" y="142356"/>
                  </a:cubicBezTo>
                  <a:lnTo>
                    <a:pt x="192748" y="904924"/>
                  </a:lnTo>
                  <a:cubicBezTo>
                    <a:pt x="176082" y="940384"/>
                    <a:pt x="140310" y="963034"/>
                    <a:pt x="100990" y="963022"/>
                  </a:cubicBezTo>
                  <a:close/>
                </a:path>
              </a:pathLst>
            </a:custGeom>
            <a:solidFill>
              <a:srgbClr val="6E2CB5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2 2">
  <p:cSld name="1_Blank 2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1" y="361516"/>
            <a:ext cx="91347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1800"/>
              <a:buFont typeface="Arial"/>
              <a:buNone/>
              <a:defRPr b="1" sz="2400">
                <a:solidFill>
                  <a:srgbClr val="150F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F65"/>
              </a:buClr>
              <a:buSzPts val="800"/>
              <a:buNone/>
              <a:defRPr>
                <a:solidFill>
                  <a:srgbClr val="150F65"/>
                </a:solidFill>
              </a:defRPr>
            </a:lvl9pPr>
          </a:lstStyle>
          <a:p/>
        </p:txBody>
      </p:sp>
      <p:grpSp>
        <p:nvGrpSpPr>
          <p:cNvPr id="171" name="Google Shape;171;p28"/>
          <p:cNvGrpSpPr/>
          <p:nvPr/>
        </p:nvGrpSpPr>
        <p:grpSpPr>
          <a:xfrm>
            <a:off x="158027" y="4882383"/>
            <a:ext cx="280976" cy="147589"/>
            <a:chOff x="1498600" y="772667"/>
            <a:chExt cx="2575400" cy="1352786"/>
          </a:xfrm>
        </p:grpSpPr>
        <p:sp>
          <p:nvSpPr>
            <p:cNvPr id="172" name="Google Shape;172;p28"/>
            <p:cNvSpPr/>
            <p:nvPr/>
          </p:nvSpPr>
          <p:spPr>
            <a:xfrm>
              <a:off x="1498600" y="772998"/>
              <a:ext cx="202361" cy="1351886"/>
            </a:xfrm>
            <a:custGeom>
              <a:rect b="b" l="l" r="r" t="t"/>
              <a:pathLst>
                <a:path extrusionOk="0" h="1351886" w="202361">
                  <a:moveTo>
                    <a:pt x="101145" y="1351681"/>
                  </a:moveTo>
                  <a:cubicBezTo>
                    <a:pt x="45264" y="1351681"/>
                    <a:pt x="-36" y="1306575"/>
                    <a:pt x="-36" y="1250934"/>
                  </a:cubicBezTo>
                  <a:lnTo>
                    <a:pt x="-36" y="100542"/>
                  </a:lnTo>
                  <a:cubicBezTo>
                    <a:pt x="-36" y="44901"/>
                    <a:pt x="45264" y="-205"/>
                    <a:pt x="101145" y="-205"/>
                  </a:cubicBezTo>
                  <a:cubicBezTo>
                    <a:pt x="157026" y="-205"/>
                    <a:pt x="202326" y="44901"/>
                    <a:pt x="202326" y="100542"/>
                  </a:cubicBezTo>
                  <a:lnTo>
                    <a:pt x="202326" y="1250935"/>
                  </a:lnTo>
                  <a:cubicBezTo>
                    <a:pt x="202326" y="1306576"/>
                    <a:pt x="157026" y="1351682"/>
                    <a:pt x="101145" y="1351682"/>
                  </a:cubicBez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1798943" y="772667"/>
              <a:ext cx="906930" cy="1352266"/>
            </a:xfrm>
            <a:custGeom>
              <a:rect b="b" l="l" r="r" t="t"/>
              <a:pathLst>
                <a:path extrusionOk="0" h="1352266" w="906930">
                  <a:moveTo>
                    <a:pt x="235889" y="1352013"/>
                  </a:moveTo>
                  <a:lnTo>
                    <a:pt x="104249" y="1352013"/>
                  </a:lnTo>
                  <a:cubicBezTo>
                    <a:pt x="48394" y="1353719"/>
                    <a:pt x="1726" y="1310018"/>
                    <a:pt x="13" y="1254403"/>
                  </a:cubicBezTo>
                  <a:cubicBezTo>
                    <a:pt x="-1701" y="1198788"/>
                    <a:pt x="42188" y="1152320"/>
                    <a:pt x="98043" y="1150614"/>
                  </a:cubicBezTo>
                  <a:cubicBezTo>
                    <a:pt x="100111" y="1150551"/>
                    <a:pt x="102181" y="1150551"/>
                    <a:pt x="104249" y="1150614"/>
                  </a:cubicBezTo>
                  <a:lnTo>
                    <a:pt x="235889" y="1150614"/>
                  </a:lnTo>
                  <a:cubicBezTo>
                    <a:pt x="499179" y="1146909"/>
                    <a:pt x="709603" y="931382"/>
                    <a:pt x="705883" y="669220"/>
                  </a:cubicBezTo>
                  <a:cubicBezTo>
                    <a:pt x="702236" y="412281"/>
                    <a:pt x="493934" y="204872"/>
                    <a:pt x="235889" y="201241"/>
                  </a:cubicBezTo>
                  <a:lnTo>
                    <a:pt x="104249" y="201241"/>
                  </a:lnTo>
                  <a:cubicBezTo>
                    <a:pt x="48394" y="202948"/>
                    <a:pt x="1726" y="159246"/>
                    <a:pt x="13" y="103631"/>
                  </a:cubicBezTo>
                  <a:cubicBezTo>
                    <a:pt x="-1701" y="48017"/>
                    <a:pt x="42188" y="1549"/>
                    <a:pt x="98043" y="-158"/>
                  </a:cubicBezTo>
                  <a:cubicBezTo>
                    <a:pt x="100111" y="-221"/>
                    <a:pt x="102181" y="-221"/>
                    <a:pt x="104249" y="-158"/>
                  </a:cubicBezTo>
                  <a:lnTo>
                    <a:pt x="235889" y="-158"/>
                  </a:lnTo>
                  <a:cubicBezTo>
                    <a:pt x="610888" y="4263"/>
                    <a:pt x="911286" y="310541"/>
                    <a:pt x="906846" y="683933"/>
                  </a:cubicBezTo>
                  <a:cubicBezTo>
                    <a:pt x="902480" y="1051088"/>
                    <a:pt x="604625" y="1347666"/>
                    <a:pt x="235889" y="1352013"/>
                  </a:cubicBezTo>
                  <a:close/>
                </a:path>
              </a:pathLst>
            </a:custGeom>
            <a:solidFill>
              <a:srgbClr val="34B234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2823073" y="773410"/>
              <a:ext cx="740945" cy="1352043"/>
            </a:xfrm>
            <a:custGeom>
              <a:rect b="b" l="l" r="r" t="t"/>
              <a:pathLst>
                <a:path extrusionOk="0" h="1352043" w="740945">
                  <a:moveTo>
                    <a:pt x="639903" y="1351838"/>
                  </a:moveTo>
                  <a:cubicBezTo>
                    <a:pt x="600555" y="1351856"/>
                    <a:pt x="564766" y="1329158"/>
                    <a:pt x="548145" y="1293646"/>
                  </a:cubicBezTo>
                  <a:lnTo>
                    <a:pt x="9498" y="143253"/>
                  </a:lnTo>
                  <a:cubicBezTo>
                    <a:pt x="-14158" y="92821"/>
                    <a:pt x="7725" y="32842"/>
                    <a:pt x="58375" y="9287"/>
                  </a:cubicBezTo>
                  <a:cubicBezTo>
                    <a:pt x="109025" y="-14267"/>
                    <a:pt x="169262" y="7522"/>
                    <a:pt x="192918" y="57955"/>
                  </a:cubicBezTo>
                  <a:lnTo>
                    <a:pt x="731470" y="1208537"/>
                  </a:lnTo>
                  <a:cubicBezTo>
                    <a:pt x="755021" y="1259053"/>
                    <a:pt x="732985" y="1319014"/>
                    <a:pt x="682252" y="1342464"/>
                  </a:cubicBezTo>
                  <a:cubicBezTo>
                    <a:pt x="668952" y="1348611"/>
                    <a:pt x="654471" y="1351810"/>
                    <a:pt x="639808" y="1351839"/>
                  </a:cubicBezTo>
                  <a:close/>
                </a:path>
              </a:pathLst>
            </a:custGeom>
            <a:solidFill>
              <a:srgbClr val="C70099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3514852" y="773929"/>
              <a:ext cx="559148" cy="963227"/>
            </a:xfrm>
            <a:custGeom>
              <a:rect b="b" l="l" r="r" t="t"/>
              <a:pathLst>
                <a:path extrusionOk="0" h="963227" w="559148">
                  <a:moveTo>
                    <a:pt x="100991" y="963022"/>
                  </a:moveTo>
                  <a:cubicBezTo>
                    <a:pt x="45058" y="962885"/>
                    <a:pt x="-173" y="917625"/>
                    <a:pt x="-36" y="861932"/>
                  </a:cubicBezTo>
                  <a:cubicBezTo>
                    <a:pt x="0" y="847314"/>
                    <a:pt x="3228" y="832879"/>
                    <a:pt x="9423" y="819626"/>
                  </a:cubicBezTo>
                  <a:lnTo>
                    <a:pt x="366650" y="57057"/>
                  </a:lnTo>
                  <a:cubicBezTo>
                    <a:pt x="390782" y="6872"/>
                    <a:pt x="451204" y="-14332"/>
                    <a:pt x="501605" y="9697"/>
                  </a:cubicBezTo>
                  <a:cubicBezTo>
                    <a:pt x="551337" y="33406"/>
                    <a:pt x="572847" y="92400"/>
                    <a:pt x="549975" y="142356"/>
                  </a:cubicBezTo>
                  <a:lnTo>
                    <a:pt x="192748" y="904924"/>
                  </a:lnTo>
                  <a:cubicBezTo>
                    <a:pt x="176082" y="940384"/>
                    <a:pt x="140310" y="963034"/>
                    <a:pt x="100990" y="963022"/>
                  </a:cubicBezTo>
                  <a:close/>
                </a:path>
              </a:pathLst>
            </a:custGeom>
            <a:solidFill>
              <a:srgbClr val="6E2CB5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28"/>
          <p:cNvSpPr txBox="1"/>
          <p:nvPr/>
        </p:nvSpPr>
        <p:spPr>
          <a:xfrm>
            <a:off x="8552313" y="4896983"/>
            <a:ext cx="43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" name="Google Shape;54;p13"/>
          <p:cNvGrpSpPr/>
          <p:nvPr/>
        </p:nvGrpSpPr>
        <p:grpSpPr>
          <a:xfrm>
            <a:off x="158027" y="4882383"/>
            <a:ext cx="280976" cy="147589"/>
            <a:chOff x="1498600" y="772667"/>
            <a:chExt cx="2575400" cy="1352786"/>
          </a:xfrm>
        </p:grpSpPr>
        <p:sp>
          <p:nvSpPr>
            <p:cNvPr id="55" name="Google Shape;55;p13"/>
            <p:cNvSpPr/>
            <p:nvPr/>
          </p:nvSpPr>
          <p:spPr>
            <a:xfrm>
              <a:off x="1498600" y="772998"/>
              <a:ext cx="202361" cy="1351886"/>
            </a:xfrm>
            <a:custGeom>
              <a:rect b="b" l="l" r="r" t="t"/>
              <a:pathLst>
                <a:path extrusionOk="0" h="1351886" w="202361">
                  <a:moveTo>
                    <a:pt x="101145" y="1351681"/>
                  </a:moveTo>
                  <a:cubicBezTo>
                    <a:pt x="45264" y="1351681"/>
                    <a:pt x="-36" y="1306575"/>
                    <a:pt x="-36" y="1250934"/>
                  </a:cubicBezTo>
                  <a:lnTo>
                    <a:pt x="-36" y="100542"/>
                  </a:lnTo>
                  <a:cubicBezTo>
                    <a:pt x="-36" y="44901"/>
                    <a:pt x="45264" y="-205"/>
                    <a:pt x="101145" y="-205"/>
                  </a:cubicBezTo>
                  <a:cubicBezTo>
                    <a:pt x="157026" y="-205"/>
                    <a:pt x="202326" y="44901"/>
                    <a:pt x="202326" y="100542"/>
                  </a:cubicBezTo>
                  <a:lnTo>
                    <a:pt x="202326" y="1250935"/>
                  </a:lnTo>
                  <a:cubicBezTo>
                    <a:pt x="202326" y="1306576"/>
                    <a:pt x="157026" y="1351682"/>
                    <a:pt x="101145" y="1351682"/>
                  </a:cubicBez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798943" y="772667"/>
              <a:ext cx="906930" cy="1352266"/>
            </a:xfrm>
            <a:custGeom>
              <a:rect b="b" l="l" r="r" t="t"/>
              <a:pathLst>
                <a:path extrusionOk="0" h="1352266" w="906930">
                  <a:moveTo>
                    <a:pt x="235889" y="1352013"/>
                  </a:moveTo>
                  <a:lnTo>
                    <a:pt x="104249" y="1352013"/>
                  </a:lnTo>
                  <a:cubicBezTo>
                    <a:pt x="48394" y="1353719"/>
                    <a:pt x="1726" y="1310018"/>
                    <a:pt x="13" y="1254403"/>
                  </a:cubicBezTo>
                  <a:cubicBezTo>
                    <a:pt x="-1701" y="1198788"/>
                    <a:pt x="42188" y="1152320"/>
                    <a:pt x="98043" y="1150614"/>
                  </a:cubicBezTo>
                  <a:cubicBezTo>
                    <a:pt x="100111" y="1150551"/>
                    <a:pt x="102181" y="1150551"/>
                    <a:pt x="104249" y="1150614"/>
                  </a:cubicBezTo>
                  <a:lnTo>
                    <a:pt x="235889" y="1150614"/>
                  </a:lnTo>
                  <a:cubicBezTo>
                    <a:pt x="499179" y="1146909"/>
                    <a:pt x="709603" y="931382"/>
                    <a:pt x="705883" y="669220"/>
                  </a:cubicBezTo>
                  <a:cubicBezTo>
                    <a:pt x="702236" y="412281"/>
                    <a:pt x="493934" y="204872"/>
                    <a:pt x="235889" y="201241"/>
                  </a:cubicBezTo>
                  <a:lnTo>
                    <a:pt x="104249" y="201241"/>
                  </a:lnTo>
                  <a:cubicBezTo>
                    <a:pt x="48394" y="202948"/>
                    <a:pt x="1726" y="159246"/>
                    <a:pt x="13" y="103631"/>
                  </a:cubicBezTo>
                  <a:cubicBezTo>
                    <a:pt x="-1701" y="48017"/>
                    <a:pt x="42188" y="1549"/>
                    <a:pt x="98043" y="-158"/>
                  </a:cubicBezTo>
                  <a:cubicBezTo>
                    <a:pt x="100111" y="-221"/>
                    <a:pt x="102181" y="-221"/>
                    <a:pt x="104249" y="-158"/>
                  </a:cubicBezTo>
                  <a:lnTo>
                    <a:pt x="235889" y="-158"/>
                  </a:lnTo>
                  <a:cubicBezTo>
                    <a:pt x="610888" y="4263"/>
                    <a:pt x="911286" y="310541"/>
                    <a:pt x="906846" y="683933"/>
                  </a:cubicBezTo>
                  <a:cubicBezTo>
                    <a:pt x="902480" y="1051088"/>
                    <a:pt x="604625" y="1347666"/>
                    <a:pt x="235889" y="1352013"/>
                  </a:cubicBezTo>
                  <a:close/>
                </a:path>
              </a:pathLst>
            </a:custGeom>
            <a:solidFill>
              <a:srgbClr val="34B234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823073" y="773410"/>
              <a:ext cx="740945" cy="1352043"/>
            </a:xfrm>
            <a:custGeom>
              <a:rect b="b" l="l" r="r" t="t"/>
              <a:pathLst>
                <a:path extrusionOk="0" h="1352043" w="740945">
                  <a:moveTo>
                    <a:pt x="639903" y="1351838"/>
                  </a:moveTo>
                  <a:cubicBezTo>
                    <a:pt x="600555" y="1351856"/>
                    <a:pt x="564766" y="1329158"/>
                    <a:pt x="548145" y="1293646"/>
                  </a:cubicBezTo>
                  <a:lnTo>
                    <a:pt x="9498" y="143253"/>
                  </a:lnTo>
                  <a:cubicBezTo>
                    <a:pt x="-14158" y="92821"/>
                    <a:pt x="7725" y="32842"/>
                    <a:pt x="58375" y="9287"/>
                  </a:cubicBezTo>
                  <a:cubicBezTo>
                    <a:pt x="109025" y="-14267"/>
                    <a:pt x="169262" y="7522"/>
                    <a:pt x="192918" y="57955"/>
                  </a:cubicBezTo>
                  <a:lnTo>
                    <a:pt x="731470" y="1208537"/>
                  </a:lnTo>
                  <a:cubicBezTo>
                    <a:pt x="755021" y="1259053"/>
                    <a:pt x="732985" y="1319014"/>
                    <a:pt x="682252" y="1342464"/>
                  </a:cubicBezTo>
                  <a:cubicBezTo>
                    <a:pt x="668952" y="1348611"/>
                    <a:pt x="654471" y="1351810"/>
                    <a:pt x="639808" y="1351839"/>
                  </a:cubicBezTo>
                  <a:close/>
                </a:path>
              </a:pathLst>
            </a:custGeom>
            <a:solidFill>
              <a:srgbClr val="C70099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514852" y="773929"/>
              <a:ext cx="559148" cy="963227"/>
            </a:xfrm>
            <a:custGeom>
              <a:rect b="b" l="l" r="r" t="t"/>
              <a:pathLst>
                <a:path extrusionOk="0" h="963227" w="559148">
                  <a:moveTo>
                    <a:pt x="100991" y="963022"/>
                  </a:moveTo>
                  <a:cubicBezTo>
                    <a:pt x="45058" y="962885"/>
                    <a:pt x="-173" y="917625"/>
                    <a:pt x="-36" y="861932"/>
                  </a:cubicBezTo>
                  <a:cubicBezTo>
                    <a:pt x="0" y="847314"/>
                    <a:pt x="3228" y="832879"/>
                    <a:pt x="9423" y="819626"/>
                  </a:cubicBezTo>
                  <a:lnTo>
                    <a:pt x="366650" y="57057"/>
                  </a:lnTo>
                  <a:cubicBezTo>
                    <a:pt x="390782" y="6872"/>
                    <a:pt x="451204" y="-14332"/>
                    <a:pt x="501605" y="9697"/>
                  </a:cubicBezTo>
                  <a:cubicBezTo>
                    <a:pt x="551337" y="33406"/>
                    <a:pt x="572847" y="92400"/>
                    <a:pt x="549975" y="142356"/>
                  </a:cubicBezTo>
                  <a:lnTo>
                    <a:pt x="192748" y="904924"/>
                  </a:lnTo>
                  <a:cubicBezTo>
                    <a:pt x="176082" y="940384"/>
                    <a:pt x="140310" y="963034"/>
                    <a:pt x="100990" y="963022"/>
                  </a:cubicBezTo>
                  <a:close/>
                </a:path>
              </a:pathLst>
            </a:custGeom>
            <a:solidFill>
              <a:srgbClr val="6E2CB5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9"/>
          <p:cNvGrpSpPr/>
          <p:nvPr/>
        </p:nvGrpSpPr>
        <p:grpSpPr>
          <a:xfrm rot="-1129084">
            <a:off x="1620729" y="1355140"/>
            <a:ext cx="2939894" cy="3068500"/>
            <a:chOff x="3048732" y="-898466"/>
            <a:chExt cx="12189004" cy="12733910"/>
          </a:xfrm>
        </p:grpSpPr>
        <p:sp>
          <p:nvSpPr>
            <p:cNvPr id="182" name="Google Shape;182;p29"/>
            <p:cNvSpPr/>
            <p:nvPr/>
          </p:nvSpPr>
          <p:spPr>
            <a:xfrm>
              <a:off x="3598419" y="-348978"/>
              <a:ext cx="11639317" cy="11634936"/>
            </a:xfrm>
            <a:custGeom>
              <a:rect b="b" l="l" r="r" t="t"/>
              <a:pathLst>
                <a:path extrusionOk="0" h="11634936" w="11639317">
                  <a:moveTo>
                    <a:pt x="11639317" y="5817468"/>
                  </a:moveTo>
                  <a:cubicBezTo>
                    <a:pt x="11639317" y="8230899"/>
                    <a:pt x="10169077" y="10301143"/>
                    <a:pt x="8075117" y="11181992"/>
                  </a:cubicBezTo>
                  <a:cubicBezTo>
                    <a:pt x="7381536" y="11473707"/>
                    <a:pt x="6619488" y="11634936"/>
                    <a:pt x="5819728" y="11634936"/>
                  </a:cubicBezTo>
                  <a:cubicBezTo>
                    <a:pt x="5782015" y="11634936"/>
                    <a:pt x="5744442" y="11634658"/>
                    <a:pt x="5706868" y="11633962"/>
                  </a:cubicBezTo>
                  <a:cubicBezTo>
                    <a:pt x="2544844" y="11573866"/>
                    <a:pt x="0" y="8992669"/>
                    <a:pt x="0" y="5817468"/>
                  </a:cubicBezTo>
                  <a:cubicBezTo>
                    <a:pt x="0" y="2642268"/>
                    <a:pt x="2605518" y="0"/>
                    <a:pt x="5819728" y="0"/>
                  </a:cubicBezTo>
                  <a:cubicBezTo>
                    <a:pt x="7814606" y="0"/>
                    <a:pt x="9574997" y="1003266"/>
                    <a:pt x="10623300" y="2532648"/>
                  </a:cubicBezTo>
                  <a:cubicBezTo>
                    <a:pt x="11264416" y="3467333"/>
                    <a:pt x="11639317" y="4598720"/>
                    <a:pt x="11639317" y="5817468"/>
                  </a:cubicBezTo>
                  <a:close/>
                </a:path>
              </a:pathLst>
            </a:custGeom>
            <a:solidFill>
              <a:srgbClr val="F0F0F2"/>
            </a:solidFill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9"/>
            <p:cNvSpPr/>
            <p:nvPr/>
          </p:nvSpPr>
          <p:spPr>
            <a:xfrm>
              <a:off x="5335095" y="303867"/>
              <a:ext cx="9359354" cy="10330078"/>
            </a:xfrm>
            <a:custGeom>
              <a:rect b="b" l="l" r="r" t="t"/>
              <a:pathLst>
                <a:path extrusionOk="0" h="10330078" w="9359354">
                  <a:moveTo>
                    <a:pt x="4192433" y="10329521"/>
                  </a:moveTo>
                  <a:cubicBezTo>
                    <a:pt x="3374720" y="10329521"/>
                    <a:pt x="2592495" y="10143948"/>
                    <a:pt x="1867325" y="9778087"/>
                  </a:cubicBezTo>
                  <a:cubicBezTo>
                    <a:pt x="1176110" y="9429337"/>
                    <a:pt x="561156" y="8919496"/>
                    <a:pt x="88982" y="8303515"/>
                  </a:cubicBezTo>
                  <a:cubicBezTo>
                    <a:pt x="-55885" y="8114463"/>
                    <a:pt x="-20121" y="7843754"/>
                    <a:pt x="168999" y="7698940"/>
                  </a:cubicBezTo>
                  <a:cubicBezTo>
                    <a:pt x="358120" y="7554126"/>
                    <a:pt x="628928" y="7589877"/>
                    <a:pt x="773795" y="7778928"/>
                  </a:cubicBezTo>
                  <a:cubicBezTo>
                    <a:pt x="1167482" y="8292525"/>
                    <a:pt x="1680013" y="8717508"/>
                    <a:pt x="2256003" y="9008249"/>
                  </a:cubicBezTo>
                  <a:cubicBezTo>
                    <a:pt x="2859545" y="9312762"/>
                    <a:pt x="3511099" y="9467175"/>
                    <a:pt x="4192433" y="9467175"/>
                  </a:cubicBezTo>
                  <a:cubicBezTo>
                    <a:pt x="5342045" y="9467175"/>
                    <a:pt x="6422912" y="9019656"/>
                    <a:pt x="7235753" y="8206972"/>
                  </a:cubicBezTo>
                  <a:cubicBezTo>
                    <a:pt x="8048733" y="7394287"/>
                    <a:pt x="8496416" y="6313954"/>
                    <a:pt x="8496416" y="5164761"/>
                  </a:cubicBezTo>
                  <a:cubicBezTo>
                    <a:pt x="8496416" y="4015568"/>
                    <a:pt x="8048733" y="2935096"/>
                    <a:pt x="7235753" y="2122550"/>
                  </a:cubicBezTo>
                  <a:cubicBezTo>
                    <a:pt x="6422772" y="1309866"/>
                    <a:pt x="5342045" y="862347"/>
                    <a:pt x="4192433" y="862347"/>
                  </a:cubicBezTo>
                  <a:cubicBezTo>
                    <a:pt x="3532391" y="862347"/>
                    <a:pt x="2899346" y="1007578"/>
                    <a:pt x="2310832" y="1294146"/>
                  </a:cubicBezTo>
                  <a:cubicBezTo>
                    <a:pt x="2096663" y="1398340"/>
                    <a:pt x="1838379" y="1309309"/>
                    <a:pt x="1734147" y="1095218"/>
                  </a:cubicBezTo>
                  <a:cubicBezTo>
                    <a:pt x="1629776" y="881127"/>
                    <a:pt x="1718979" y="622938"/>
                    <a:pt x="1933148" y="518744"/>
                  </a:cubicBezTo>
                  <a:cubicBezTo>
                    <a:pt x="2640366" y="174445"/>
                    <a:pt x="3400465" y="0"/>
                    <a:pt x="4192433" y="0"/>
                  </a:cubicBezTo>
                  <a:cubicBezTo>
                    <a:pt x="4889770" y="0"/>
                    <a:pt x="5566373" y="136607"/>
                    <a:pt x="6203732" y="406064"/>
                  </a:cubicBezTo>
                  <a:cubicBezTo>
                    <a:pt x="6819103" y="666201"/>
                    <a:pt x="7371574" y="1038600"/>
                    <a:pt x="7845975" y="1512828"/>
                  </a:cubicBezTo>
                  <a:cubicBezTo>
                    <a:pt x="8320376" y="1987057"/>
                    <a:pt x="8692772" y="2539326"/>
                    <a:pt x="8953142" y="3154473"/>
                  </a:cubicBezTo>
                  <a:cubicBezTo>
                    <a:pt x="9222699" y="3791461"/>
                    <a:pt x="9359354" y="4467956"/>
                    <a:pt x="9359354" y="5165039"/>
                  </a:cubicBezTo>
                  <a:cubicBezTo>
                    <a:pt x="9359354" y="5862123"/>
                    <a:pt x="9222699" y="6538479"/>
                    <a:pt x="8953142" y="7175606"/>
                  </a:cubicBezTo>
                  <a:cubicBezTo>
                    <a:pt x="8692911" y="7790614"/>
                    <a:pt x="8320376" y="8343022"/>
                    <a:pt x="7845975" y="8817250"/>
                  </a:cubicBezTo>
                  <a:cubicBezTo>
                    <a:pt x="7371574" y="9291478"/>
                    <a:pt x="6819103" y="9663738"/>
                    <a:pt x="6203732" y="9924014"/>
                  </a:cubicBezTo>
                  <a:cubicBezTo>
                    <a:pt x="5566512" y="10193472"/>
                    <a:pt x="4889770" y="10330078"/>
                    <a:pt x="4192433" y="10330078"/>
                  </a:cubicBezTo>
                  <a:close/>
                </a:path>
              </a:pathLst>
            </a:custGeom>
            <a:solidFill>
              <a:srgbClr val="6E2CC4">
                <a:alpha val="31650"/>
              </a:srgbClr>
            </a:solidFill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3048732" y="-898466"/>
              <a:ext cx="11391072" cy="12733910"/>
            </a:xfrm>
            <a:custGeom>
              <a:rect b="b" l="l" r="r" t="t"/>
              <a:pathLst>
                <a:path extrusionOk="0" h="12733910" w="11391072">
                  <a:moveTo>
                    <a:pt x="11193305" y="3065999"/>
                  </a:moveTo>
                  <a:cubicBezTo>
                    <a:pt x="11186625" y="3071563"/>
                    <a:pt x="11179806" y="3076989"/>
                    <a:pt x="11172987" y="3082136"/>
                  </a:cubicBezTo>
                  <a:cubicBezTo>
                    <a:pt x="10124684" y="1552753"/>
                    <a:pt x="8364294" y="549487"/>
                    <a:pt x="6369416" y="549487"/>
                  </a:cubicBezTo>
                  <a:cubicBezTo>
                    <a:pt x="3155206" y="549487"/>
                    <a:pt x="549687" y="3154056"/>
                    <a:pt x="549687" y="6366955"/>
                  </a:cubicBezTo>
                  <a:cubicBezTo>
                    <a:pt x="549687" y="9579855"/>
                    <a:pt x="3094531" y="12123353"/>
                    <a:pt x="6256556" y="12183449"/>
                  </a:cubicBezTo>
                  <a:cubicBezTo>
                    <a:pt x="6294129" y="12184145"/>
                    <a:pt x="6331703" y="12184423"/>
                    <a:pt x="6369416" y="12184423"/>
                  </a:cubicBezTo>
                  <a:cubicBezTo>
                    <a:pt x="7169176" y="12184423"/>
                    <a:pt x="7931223" y="12023194"/>
                    <a:pt x="8624804" y="11731479"/>
                  </a:cubicBezTo>
                  <a:cubicBezTo>
                    <a:pt x="8627726" y="11739686"/>
                    <a:pt x="8630509" y="11747894"/>
                    <a:pt x="8633153" y="11756240"/>
                  </a:cubicBezTo>
                  <a:cubicBezTo>
                    <a:pt x="8723747" y="12045869"/>
                    <a:pt x="8562320" y="12354138"/>
                    <a:pt x="8272587" y="12444700"/>
                  </a:cubicBezTo>
                  <a:cubicBezTo>
                    <a:pt x="7658607" y="12636672"/>
                    <a:pt x="7018325" y="12733910"/>
                    <a:pt x="6369416" y="12733910"/>
                  </a:cubicBezTo>
                  <a:cubicBezTo>
                    <a:pt x="5509677" y="12733910"/>
                    <a:pt x="4675544" y="12565587"/>
                    <a:pt x="3889978" y="12233390"/>
                  </a:cubicBezTo>
                  <a:cubicBezTo>
                    <a:pt x="3131409" y="11912601"/>
                    <a:pt x="2450353" y="11453675"/>
                    <a:pt x="1865597" y="10869132"/>
                  </a:cubicBezTo>
                  <a:cubicBezTo>
                    <a:pt x="1280841" y="10284589"/>
                    <a:pt x="821609" y="9603642"/>
                    <a:pt x="500842" y="8845489"/>
                  </a:cubicBezTo>
                  <a:cubicBezTo>
                    <a:pt x="168524" y="8060071"/>
                    <a:pt x="0" y="7226242"/>
                    <a:pt x="0" y="6366955"/>
                  </a:cubicBezTo>
                  <a:cubicBezTo>
                    <a:pt x="0" y="5507669"/>
                    <a:pt x="168524" y="4673701"/>
                    <a:pt x="500842" y="3888421"/>
                  </a:cubicBezTo>
                  <a:cubicBezTo>
                    <a:pt x="821609" y="3130268"/>
                    <a:pt x="1280841" y="2449321"/>
                    <a:pt x="1865597" y="1864778"/>
                  </a:cubicBezTo>
                  <a:cubicBezTo>
                    <a:pt x="2450353" y="1280235"/>
                    <a:pt x="3131409" y="821309"/>
                    <a:pt x="3889978" y="500520"/>
                  </a:cubicBezTo>
                  <a:cubicBezTo>
                    <a:pt x="4675544" y="168324"/>
                    <a:pt x="5509677" y="0"/>
                    <a:pt x="6369416" y="0"/>
                  </a:cubicBezTo>
                  <a:cubicBezTo>
                    <a:pt x="8264794" y="0"/>
                    <a:pt x="10048564" y="835359"/>
                    <a:pt x="11263581" y="2291987"/>
                  </a:cubicBezTo>
                  <a:cubicBezTo>
                    <a:pt x="11457989" y="2525137"/>
                    <a:pt x="11426539" y="2871661"/>
                    <a:pt x="11193305" y="3065999"/>
                  </a:cubicBezTo>
                  <a:close/>
                </a:path>
              </a:pathLst>
            </a:custGeom>
            <a:solidFill>
              <a:srgbClr val="6E2CB5"/>
            </a:solidFill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29"/>
          <p:cNvSpPr/>
          <p:nvPr/>
        </p:nvSpPr>
        <p:spPr>
          <a:xfrm>
            <a:off x="9380600" y="1582600"/>
            <a:ext cx="582600" cy="400200"/>
          </a:xfrm>
          <a:prstGeom prst="rect">
            <a:avLst/>
          </a:prstGeom>
          <a:solidFill>
            <a:srgbClr val="C702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9380600" y="2064525"/>
            <a:ext cx="582600" cy="400200"/>
          </a:xfrm>
          <a:prstGeom prst="rect">
            <a:avLst/>
          </a:prstGeom>
          <a:solidFill>
            <a:srgbClr val="33B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10027925" y="1582600"/>
            <a:ext cx="582600" cy="4002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10027925" y="2064525"/>
            <a:ext cx="582600" cy="400200"/>
          </a:xfrm>
          <a:prstGeom prst="rect">
            <a:avLst/>
          </a:prstGeom>
          <a:solidFill>
            <a:srgbClr val="6E2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4936228" y="2311225"/>
            <a:ext cx="33189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400">
                <a:solidFill>
                  <a:srgbClr val="6E2CB5"/>
                </a:solidFill>
              </a:rPr>
              <a:t>Samir Karpe</a:t>
            </a:r>
            <a:endParaRPr b="1" i="0" sz="2400" u="none" cap="none" strike="noStrike">
              <a:solidFill>
                <a:srgbClr val="6E2CB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4113B"/>
                </a:solidFill>
              </a:rPr>
              <a:t>Country Manager, </a:t>
            </a:r>
            <a:endParaRPr>
              <a:solidFill>
                <a:srgbClr val="14113B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4113B"/>
                </a:solidFill>
              </a:rPr>
              <a:t>DV India</a:t>
            </a:r>
            <a:endParaRPr>
              <a:solidFill>
                <a:srgbClr val="14113B"/>
              </a:solidFill>
            </a:endParaRPr>
          </a:p>
        </p:txBody>
      </p:sp>
      <p:sp>
        <p:nvSpPr>
          <p:cNvPr id="190" name="Google Shape;190;p29"/>
          <p:cNvSpPr txBox="1"/>
          <p:nvPr>
            <p:ph type="title"/>
          </p:nvPr>
        </p:nvSpPr>
        <p:spPr>
          <a:xfrm>
            <a:off x="1" y="361516"/>
            <a:ext cx="9134700" cy="936300"/>
          </a:xfrm>
          <a:prstGeom prst="rect">
            <a:avLst/>
          </a:prstGeom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4113B"/>
                </a:solidFill>
              </a:rPr>
              <a:t>Welcome</a:t>
            </a:r>
            <a:endParaRPr>
              <a:solidFill>
                <a:srgbClr val="14113B"/>
              </a:solidFill>
            </a:endParaRPr>
          </a:p>
        </p:txBody>
      </p:sp>
      <p:pic>
        <p:nvPicPr>
          <p:cNvPr id="191" name="Google Shape;191;p29" title="Samir Karpe_2 (1).jpeg"/>
          <p:cNvPicPr preferRelativeResize="0"/>
          <p:nvPr/>
        </p:nvPicPr>
        <p:blipFill rotWithShape="1">
          <a:blip r:embed="rId3">
            <a:alphaModFix/>
          </a:blip>
          <a:srcRect b="9108" l="8197" r="7634" t="5209"/>
          <a:stretch/>
        </p:blipFill>
        <p:spPr>
          <a:xfrm>
            <a:off x="2190750" y="1842375"/>
            <a:ext cx="2015100" cy="2051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